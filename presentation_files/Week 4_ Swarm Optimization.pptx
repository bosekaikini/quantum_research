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b3c56f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1b3c56f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1b3c56f2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1b3c56f2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4b53257a1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4b53257a1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4b53257a1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4b53257a1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4b53257a1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4b53257a1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4b53257a1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4b53257a1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4b53257a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4b53257a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4b53257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4b53257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4: Swarm Optimization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Bose, Dao, and Sam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Goal: maximize portfolio return (no risk constraint)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Utilize swarm method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Limitations: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Dependence on Historical  Covariance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Poor performance in dynamic markets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Firefly Implementation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313"/>
              <a:t>Parameters:</a:t>
            </a:r>
            <a:endParaRPr sz="1313"/>
          </a:p>
          <a:p>
            <a:pPr indent="-31194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3"/>
              <a:buChar char="-"/>
            </a:pPr>
            <a:r>
              <a:rPr lang="en" sz="1313"/>
              <a:t>Weights: list of (stock, weight)</a:t>
            </a:r>
            <a:endParaRPr sz="1313"/>
          </a:p>
          <a:p>
            <a:pPr indent="-31194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Char char="-"/>
            </a:pPr>
            <a:r>
              <a:rPr lang="en" sz="1313"/>
              <a:t>sum of weights = 1</a:t>
            </a:r>
            <a:endParaRPr sz="1313"/>
          </a:p>
          <a:p>
            <a:pPr indent="-31194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Char char="-"/>
            </a:pPr>
            <a:r>
              <a:rPr lang="en" sz="1313"/>
              <a:t>Stocks: top 10 (filtered by metric)</a:t>
            </a:r>
            <a:endParaRPr sz="1313"/>
          </a:p>
          <a:p>
            <a:pPr indent="-31194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Char char="-"/>
            </a:pPr>
            <a:r>
              <a:rPr lang="en" sz="1313"/>
              <a:t>Budget: $10,000</a:t>
            </a:r>
            <a:endParaRPr sz="1313"/>
          </a:p>
          <a:p>
            <a:pPr indent="-31194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Char char="-"/>
            </a:pPr>
            <a:r>
              <a:rPr lang="en" sz="1313"/>
              <a:t>Position: (x, y) ∈ [0,1]</a:t>
            </a:r>
            <a:endParaRPr sz="1313"/>
          </a:p>
          <a:p>
            <a:pPr indent="-31194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Char char="-"/>
            </a:pPr>
            <a:r>
              <a:rPr lang="en" sz="1313"/>
              <a:t>Brightness: fitness score</a:t>
            </a:r>
            <a:endParaRPr sz="1313"/>
          </a:p>
        </p:txBody>
      </p:sp>
      <p:sp>
        <p:nvSpPr>
          <p:cNvPr id="100" name="Google Shape;100;p15"/>
          <p:cNvSpPr txBox="1"/>
          <p:nvPr/>
        </p:nvSpPr>
        <p:spPr>
          <a:xfrm>
            <a:off x="4572000" y="2078875"/>
            <a:ext cx="4139700" cy="27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Firefly instance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Valid portfolio allocation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Weight distribution across stocks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Key Idea: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Each firefly represents a candidate solution in the search space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Brightness &amp; Cluster Brightness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546275" y="20422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Purpose</a:t>
            </a:r>
            <a:r>
              <a:rPr lang="en"/>
              <a:t>: Evaluate fitness of each portfolio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Input</a:t>
            </a:r>
            <a:r>
              <a:rPr lang="en"/>
              <a:t>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Firefly (weights + stocks)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Method</a:t>
            </a:r>
            <a:r>
              <a:rPr lang="en"/>
              <a:t>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Compute portfolio returns over last 5 days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Calculate Sharpe Ratio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4572000" y="2042250"/>
            <a:ext cx="3651300" cy="29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Output: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Lato"/>
              <a:buChar char="-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Fitness score (brightness)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Insight: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Lato"/>
              <a:buChar char="-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Higher Sharpe → brighter firefly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-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Balances return + consistency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Movement Function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</a:t>
            </a:r>
            <a:r>
              <a:rPr lang="en"/>
              <a:t>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Firefly 𝑖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Firefly 𝑗 (brighter)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Coordinate space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Rule</a:t>
            </a:r>
            <a:r>
              <a:rPr lang="en"/>
              <a:t>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Dim fireflies move toward brighter ones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4836800" y="2078875"/>
            <a:ext cx="36480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Components: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Attraction → move toward better - solutions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Distance decay → closer fireflies influence more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Randomness → exploration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New position (x, y) ∈ [0,1]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Key Idea: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Enables guided search instead of random guessing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  <p:pic>
        <p:nvPicPr>
          <p:cNvPr id="120" name="Google Shape;120;p18" title="Gemini_Generated_Image_s9d5zfs9d5zfs9d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825" y="845700"/>
            <a:ext cx="7426125" cy="405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3966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Firefly Swarm Return </a:t>
            </a:r>
            <a:r>
              <a:rPr lang="en"/>
              <a:t>(6 iterations): 31.623%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EPS Return: -18.64% </a:t>
            </a:r>
            <a:endParaRPr/>
          </a:p>
        </p:txBody>
      </p:sp>
      <p:pic>
        <p:nvPicPr>
          <p:cNvPr id="127" name="Google Shape;127;p19" title="Screenshot 2026-04-06 at 2.02.4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850" y="2006250"/>
            <a:ext cx="4143750" cy="2365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Quantum</a:t>
            </a:r>
            <a:r>
              <a:rPr lang="en"/>
              <a:t> </a:t>
            </a:r>
            <a:r>
              <a:rPr lang="en"/>
              <a:t>Implementation</a:t>
            </a:r>
            <a:r>
              <a:rPr lang="en"/>
              <a:t> 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Quantum Tunneling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Instead of the classic mechanics equations, we will measure the movement of the firefly using a quantum harmonic oscillator. This in turn will allow us to search the space exponentially faster while avoiding getting stuck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Quantum Annealing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 will replace our deterministic ranking method with QAOA. This will allow us to evaluate combinations of stocks simultaneously, outputting a Top 10 that considers complex covariance/risk interactions rather than just the raw metric score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Entanglement for the second interaction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will allow us to reduce the size of the search space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Superposition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 can initialize our firefly in a superposition of multiple weight strategies simulatenously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