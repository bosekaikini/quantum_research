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IBM Plex Sans"/>
      <p:regular r:id="rId13"/>
      <p:bold r:id="rId14"/>
      <p:italic r:id="rId15"/>
      <p:boldItalic r:id="rId16"/>
    </p:embeddedFont>
    <p:embeddedFont>
      <p:font typeface="Sora SemiBold"/>
      <p:regular r:id="rId17"/>
      <p:bold r:id="rId18"/>
    </p:embeddedFont>
    <p:embeddedFont>
      <p:font typeface="Arimo"/>
      <p:regular r:id="rId19"/>
      <p:bold r:id="rId20"/>
      <p:italic r:id="rId21"/>
      <p:boldItalic r:id="rId22"/>
    </p:embeddedFont>
    <p:embeddedFont>
      <p:font typeface="IBM Plex Sans Medium"/>
      <p:regular r:id="rId23"/>
      <p:bold r:id="rId24"/>
      <p:italic r:id="rId25"/>
      <p:boldItalic r:id="rId26"/>
    </p:embeddedFont>
    <p:embeddedFont>
      <p:font typeface="Sora Light"/>
      <p:regular r:id="rId27"/>
      <p:bold r:id="rId28"/>
    </p:embeddedFont>
    <p:embeddedFont>
      <p:font typeface="Work Sans"/>
      <p:regular r:id="rId29"/>
      <p:bold r:id="rId30"/>
      <p:italic r:id="rId31"/>
      <p:boldItalic r:id="rId32"/>
    </p:embeddedFont>
    <p:embeddedFont>
      <p:font typeface="Sora ExtraLight"/>
      <p:regular r:id="rId33"/>
      <p:bold r:id="rId34"/>
    </p:embeddedFont>
    <p:embeddedFont>
      <p:font typeface="Sora"/>
      <p:regular r:id="rId35"/>
      <p:bold r:id="rId36"/>
    </p:embeddedFont>
    <p:embeddedFont>
      <p:font typeface="Sora Medium"/>
      <p:regular r:id="rId37"/>
      <p:bold r:id="rId38"/>
    </p:embeddedFont>
    <p:embeddedFont>
      <p:font typeface="IBM Plex Sans SemiBold"/>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SemiBold-bold.fntdata"/><Relationship Id="rId42" Type="http://schemas.openxmlformats.org/officeDocument/2006/relationships/font" Target="fonts/IBMPlexSansSemiBold-boldItalic.fntdata"/><Relationship Id="rId41" Type="http://schemas.openxmlformats.org/officeDocument/2006/relationships/font" Target="fonts/IBMPlexSans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WorkSans-italic.fntdata"/><Relationship Id="rId30" Type="http://schemas.openxmlformats.org/officeDocument/2006/relationships/font" Target="fonts/WorkSans-bold.fntdata"/><Relationship Id="rId33" Type="http://schemas.openxmlformats.org/officeDocument/2006/relationships/font" Target="fonts/SoraExtraLight-regular.fntdata"/><Relationship Id="rId32" Type="http://schemas.openxmlformats.org/officeDocument/2006/relationships/font" Target="fonts/WorkSans-boldItalic.fntdata"/><Relationship Id="rId35" Type="http://schemas.openxmlformats.org/officeDocument/2006/relationships/font" Target="fonts/Sora-regular.fntdata"/><Relationship Id="rId34" Type="http://schemas.openxmlformats.org/officeDocument/2006/relationships/font" Target="fonts/SoraExtraLight-bold.fntdata"/><Relationship Id="rId37" Type="http://schemas.openxmlformats.org/officeDocument/2006/relationships/font" Target="fonts/SoraMedium-regular.fntdata"/><Relationship Id="rId36" Type="http://schemas.openxmlformats.org/officeDocument/2006/relationships/font" Target="fonts/Sora-bold.fntdata"/><Relationship Id="rId39" Type="http://schemas.openxmlformats.org/officeDocument/2006/relationships/font" Target="fonts/IBMPlexSansSemiBold-regular.fntdata"/><Relationship Id="rId38" Type="http://schemas.openxmlformats.org/officeDocument/2006/relationships/font" Target="fonts/SoraMedium-bold.fntdata"/><Relationship Id="rId20" Type="http://schemas.openxmlformats.org/officeDocument/2006/relationships/font" Target="fonts/Arimo-bold.fntdata"/><Relationship Id="rId22" Type="http://schemas.openxmlformats.org/officeDocument/2006/relationships/font" Target="fonts/Arimo-boldItalic.fntdata"/><Relationship Id="rId21" Type="http://schemas.openxmlformats.org/officeDocument/2006/relationships/font" Target="fonts/Arimo-italic.fntdata"/><Relationship Id="rId24" Type="http://schemas.openxmlformats.org/officeDocument/2006/relationships/font" Target="fonts/IBMPlexSansMedium-bold.fntdata"/><Relationship Id="rId23" Type="http://schemas.openxmlformats.org/officeDocument/2006/relationships/font" Target="fonts/IBMPlexSansMedium-regular.fntdata"/><Relationship Id="rId26" Type="http://schemas.openxmlformats.org/officeDocument/2006/relationships/font" Target="fonts/IBMPlexSansMedium-boldItalic.fntdata"/><Relationship Id="rId25" Type="http://schemas.openxmlformats.org/officeDocument/2006/relationships/font" Target="fonts/IBMPlexSansMedium-italic.fntdata"/><Relationship Id="rId28" Type="http://schemas.openxmlformats.org/officeDocument/2006/relationships/font" Target="fonts/SoraLight-bold.fntdata"/><Relationship Id="rId27" Type="http://schemas.openxmlformats.org/officeDocument/2006/relationships/font" Target="fonts/SoraLight-regular.fntdata"/><Relationship Id="rId29" Type="http://schemas.openxmlformats.org/officeDocument/2006/relationships/font" Target="fonts/WorkSans-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IBMPlexSans-regular.fntdata"/><Relationship Id="rId12" Type="http://schemas.openxmlformats.org/officeDocument/2006/relationships/slide" Target="slides/slide6.xml"/><Relationship Id="rId15" Type="http://schemas.openxmlformats.org/officeDocument/2006/relationships/font" Target="fonts/IBMPlexSans-italic.fntdata"/><Relationship Id="rId14" Type="http://schemas.openxmlformats.org/officeDocument/2006/relationships/font" Target="fonts/IBMPlexSans-bold.fntdata"/><Relationship Id="rId17" Type="http://schemas.openxmlformats.org/officeDocument/2006/relationships/font" Target="fonts/SoraSemiBold-regular.fntdata"/><Relationship Id="rId16" Type="http://schemas.openxmlformats.org/officeDocument/2006/relationships/font" Target="fonts/IBMPlexSans-boldItalic.fntdata"/><Relationship Id="rId19" Type="http://schemas.openxmlformats.org/officeDocument/2006/relationships/font" Target="fonts/Arimo-regular.fntdata"/><Relationship Id="rId18" Type="http://schemas.openxmlformats.org/officeDocument/2006/relationships/font" Target="fonts/Sora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c7d6dd73ca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c7d6dd73ca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c7d6dd73ca_0_1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c7d6dd73ca_0_1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c7d6dd73ca_3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3c7d6dd73ca_3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c7d6dd73ca_0_1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3c7d6dd73ca_0_1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c7d6dd73ca_0_1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3c7d6dd73ca_0_1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c7d6dd73ca_3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3c7d6dd73ca_3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6" name="Google Shape;56;p14"/>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14"/>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8" name="Google Shape;58;p14"/>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9" name="Google Shape;59;p14"/>
          <p:cNvGrpSpPr/>
          <p:nvPr/>
        </p:nvGrpSpPr>
        <p:grpSpPr>
          <a:xfrm flipH="1" rot="10800000">
            <a:off x="4395238" y="-11"/>
            <a:ext cx="4748757" cy="2797859"/>
            <a:chOff x="3200875" y="1642950"/>
            <a:chExt cx="5970275" cy="3517550"/>
          </a:xfrm>
        </p:grpSpPr>
        <p:sp>
          <p:nvSpPr>
            <p:cNvPr id="60" name="Google Shape;60;p1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61" name="Google Shape;61;p1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62" name="Google Shape;62;p14"/>
          <p:cNvGrpSpPr/>
          <p:nvPr/>
        </p:nvGrpSpPr>
        <p:grpSpPr>
          <a:xfrm flipH="1">
            <a:off x="6309311" y="2793726"/>
            <a:ext cx="2834695" cy="1890116"/>
            <a:chOff x="312900" y="2793625"/>
            <a:chExt cx="2221200" cy="1481050"/>
          </a:xfrm>
        </p:grpSpPr>
        <p:grpSp>
          <p:nvGrpSpPr>
            <p:cNvPr id="63" name="Google Shape;63;p14"/>
            <p:cNvGrpSpPr/>
            <p:nvPr/>
          </p:nvGrpSpPr>
          <p:grpSpPr>
            <a:xfrm>
              <a:off x="312900" y="2793625"/>
              <a:ext cx="1851000" cy="1481050"/>
              <a:chOff x="461225" y="3249175"/>
              <a:chExt cx="1851000" cy="1481050"/>
            </a:xfrm>
          </p:grpSpPr>
          <p:grpSp>
            <p:nvGrpSpPr>
              <p:cNvPr id="64" name="Google Shape;64;p14"/>
              <p:cNvGrpSpPr/>
              <p:nvPr/>
            </p:nvGrpSpPr>
            <p:grpSpPr>
              <a:xfrm>
                <a:off x="461225" y="3249175"/>
                <a:ext cx="1851000" cy="370200"/>
                <a:chOff x="461225" y="3249175"/>
                <a:chExt cx="1851000" cy="370200"/>
              </a:xfrm>
            </p:grpSpPr>
            <p:sp>
              <p:nvSpPr>
                <p:cNvPr id="65" name="Google Shape;65;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 name="Google Shape;66;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 name="Google Shape;6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 name="Google Shape;68;p14"/>
              <p:cNvGrpSpPr/>
              <p:nvPr/>
            </p:nvGrpSpPr>
            <p:grpSpPr>
              <a:xfrm>
                <a:off x="461225" y="3619500"/>
                <a:ext cx="1480800" cy="370200"/>
                <a:chOff x="461225" y="3249175"/>
                <a:chExt cx="1480800" cy="370200"/>
              </a:xfrm>
            </p:grpSpPr>
            <p:sp>
              <p:nvSpPr>
                <p:cNvPr id="69" name="Google Shape;6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 name="Google Shape;71;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 name="Google Shape;72;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 name="Google Shape;73;p14"/>
              <p:cNvGrpSpPr/>
              <p:nvPr/>
            </p:nvGrpSpPr>
            <p:grpSpPr>
              <a:xfrm>
                <a:off x="461225" y="3989700"/>
                <a:ext cx="1851000" cy="370200"/>
                <a:chOff x="461225" y="3249175"/>
                <a:chExt cx="1851000" cy="370200"/>
              </a:xfrm>
            </p:grpSpPr>
            <p:sp>
              <p:nvSpPr>
                <p:cNvPr id="74" name="Google Shape;74;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 name="Google Shape;75;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 name="Google Shape;76;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 name="Google Shape;7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8" name="Google Shape;78;p14"/>
              <p:cNvGrpSpPr/>
              <p:nvPr/>
            </p:nvGrpSpPr>
            <p:grpSpPr>
              <a:xfrm>
                <a:off x="461225" y="4360025"/>
                <a:ext cx="1480800" cy="370200"/>
                <a:chOff x="461225" y="3249175"/>
                <a:chExt cx="1480800" cy="370200"/>
              </a:xfrm>
            </p:grpSpPr>
            <p:sp>
              <p:nvSpPr>
                <p:cNvPr id="79" name="Google Shape;7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 name="Google Shape;81;p1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 name="Google Shape;82;p14"/>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83" name="Shape 83"/>
        <p:cNvGrpSpPr/>
        <p:nvPr/>
      </p:nvGrpSpPr>
      <p:grpSpPr>
        <a:xfrm>
          <a:off x="0" y="0"/>
          <a:ext cx="0" cy="0"/>
          <a:chOff x="0" y="0"/>
          <a:chExt cx="0" cy="0"/>
        </a:xfrm>
      </p:grpSpPr>
      <p:grpSp>
        <p:nvGrpSpPr>
          <p:cNvPr id="84" name="Google Shape;84;p15"/>
          <p:cNvGrpSpPr/>
          <p:nvPr/>
        </p:nvGrpSpPr>
        <p:grpSpPr>
          <a:xfrm flipH="1">
            <a:off x="6169505" y="2816179"/>
            <a:ext cx="2979740" cy="1986829"/>
            <a:chOff x="312900" y="2793625"/>
            <a:chExt cx="2221200" cy="1481050"/>
          </a:xfrm>
        </p:grpSpPr>
        <p:grpSp>
          <p:nvGrpSpPr>
            <p:cNvPr id="85" name="Google Shape;85;p15"/>
            <p:cNvGrpSpPr/>
            <p:nvPr/>
          </p:nvGrpSpPr>
          <p:grpSpPr>
            <a:xfrm>
              <a:off x="312900" y="2793625"/>
              <a:ext cx="1851000" cy="1481050"/>
              <a:chOff x="461225" y="3249175"/>
              <a:chExt cx="1851000" cy="1481050"/>
            </a:xfrm>
          </p:grpSpPr>
          <p:grpSp>
            <p:nvGrpSpPr>
              <p:cNvPr id="86" name="Google Shape;86;p15"/>
              <p:cNvGrpSpPr/>
              <p:nvPr/>
            </p:nvGrpSpPr>
            <p:grpSpPr>
              <a:xfrm>
                <a:off x="461225" y="3249175"/>
                <a:ext cx="1851000" cy="370200"/>
                <a:chOff x="461225" y="3249175"/>
                <a:chExt cx="1851000" cy="370200"/>
              </a:xfrm>
            </p:grpSpPr>
            <p:sp>
              <p:nvSpPr>
                <p:cNvPr id="87" name="Google Shape;87;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 name="Google Shape;89;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 name="Google Shape;90;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2" name="Google Shape;92;p15"/>
              <p:cNvGrpSpPr/>
              <p:nvPr/>
            </p:nvGrpSpPr>
            <p:grpSpPr>
              <a:xfrm>
                <a:off x="461225" y="3619500"/>
                <a:ext cx="1851000" cy="370200"/>
                <a:chOff x="461225" y="3249175"/>
                <a:chExt cx="1851000" cy="370200"/>
              </a:xfrm>
            </p:grpSpPr>
            <p:sp>
              <p:nvSpPr>
                <p:cNvPr id="93" name="Google Shape;93;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 name="Google Shape;95;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 name="Google Shape;96;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 name="Google Shape;98;p15"/>
              <p:cNvGrpSpPr/>
              <p:nvPr/>
            </p:nvGrpSpPr>
            <p:grpSpPr>
              <a:xfrm>
                <a:off x="461225" y="3989700"/>
                <a:ext cx="1851000" cy="370200"/>
                <a:chOff x="461225" y="3249175"/>
                <a:chExt cx="1851000" cy="370200"/>
              </a:xfrm>
            </p:grpSpPr>
            <p:sp>
              <p:nvSpPr>
                <p:cNvPr id="99" name="Google Shape;99;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 name="Google Shape;101;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 name="Google Shape;102;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 name="Google Shape;103;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 name="Google Shape;104;p15"/>
              <p:cNvGrpSpPr/>
              <p:nvPr/>
            </p:nvGrpSpPr>
            <p:grpSpPr>
              <a:xfrm>
                <a:off x="461225" y="4360025"/>
                <a:ext cx="1851000" cy="370200"/>
                <a:chOff x="461225" y="3249175"/>
                <a:chExt cx="1851000" cy="370200"/>
              </a:xfrm>
            </p:grpSpPr>
            <p:sp>
              <p:nvSpPr>
                <p:cNvPr id="105" name="Google Shape;105;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 name="Google Shape;107;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 name="Google Shape;108;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 name="Google Shape;109;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0" name="Google Shape;110;p1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1" name="Google Shape;111;p15"/>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2" name="Google Shape;112;p15"/>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 name="Google Shape;113;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15"/>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15"/>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6" name="Google Shape;116;p1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7" name="Google Shape;117;p15"/>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118" name="Google Shape;118;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119" name="Shape 119"/>
        <p:cNvGrpSpPr/>
        <p:nvPr/>
      </p:nvGrpSpPr>
      <p:grpSpPr>
        <a:xfrm>
          <a:off x="0" y="0"/>
          <a:ext cx="0" cy="0"/>
          <a:chOff x="0" y="0"/>
          <a:chExt cx="0" cy="0"/>
        </a:xfrm>
      </p:grpSpPr>
      <p:grpSp>
        <p:nvGrpSpPr>
          <p:cNvPr id="120" name="Google Shape;120;p16"/>
          <p:cNvGrpSpPr/>
          <p:nvPr/>
        </p:nvGrpSpPr>
        <p:grpSpPr>
          <a:xfrm flipH="1">
            <a:off x="6169505" y="228779"/>
            <a:ext cx="2979740" cy="1986829"/>
            <a:chOff x="312900" y="2793625"/>
            <a:chExt cx="2221200" cy="1481050"/>
          </a:xfrm>
        </p:grpSpPr>
        <p:grpSp>
          <p:nvGrpSpPr>
            <p:cNvPr id="121" name="Google Shape;121;p16"/>
            <p:cNvGrpSpPr/>
            <p:nvPr/>
          </p:nvGrpSpPr>
          <p:grpSpPr>
            <a:xfrm>
              <a:off x="312900" y="2793625"/>
              <a:ext cx="1851000" cy="1481050"/>
              <a:chOff x="461225" y="3249175"/>
              <a:chExt cx="1851000" cy="1481050"/>
            </a:xfrm>
          </p:grpSpPr>
          <p:grpSp>
            <p:nvGrpSpPr>
              <p:cNvPr id="122" name="Google Shape;122;p16"/>
              <p:cNvGrpSpPr/>
              <p:nvPr/>
            </p:nvGrpSpPr>
            <p:grpSpPr>
              <a:xfrm>
                <a:off x="461225" y="3249175"/>
                <a:ext cx="1851000" cy="370200"/>
                <a:chOff x="461225" y="3249175"/>
                <a:chExt cx="1851000" cy="370200"/>
              </a:xfrm>
            </p:grpSpPr>
            <p:sp>
              <p:nvSpPr>
                <p:cNvPr id="123" name="Google Shape;123;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4" name="Google Shape;124;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 name="Google Shape;125;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8" name="Google Shape;128;p16"/>
              <p:cNvGrpSpPr/>
              <p:nvPr/>
            </p:nvGrpSpPr>
            <p:grpSpPr>
              <a:xfrm>
                <a:off x="461225" y="3619500"/>
                <a:ext cx="1851000" cy="370200"/>
                <a:chOff x="461225" y="3249175"/>
                <a:chExt cx="1851000" cy="370200"/>
              </a:xfrm>
            </p:grpSpPr>
            <p:sp>
              <p:nvSpPr>
                <p:cNvPr id="129" name="Google Shape;129;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 name="Google Shape;130;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1" name="Google Shape;131;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4" name="Google Shape;134;p16"/>
              <p:cNvGrpSpPr/>
              <p:nvPr/>
            </p:nvGrpSpPr>
            <p:grpSpPr>
              <a:xfrm>
                <a:off x="461225" y="3989700"/>
                <a:ext cx="1851000" cy="370200"/>
                <a:chOff x="461225" y="3249175"/>
                <a:chExt cx="1851000" cy="370200"/>
              </a:xfrm>
            </p:grpSpPr>
            <p:sp>
              <p:nvSpPr>
                <p:cNvPr id="135" name="Google Shape;135;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 name="Google Shape;136;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 name="Google Shape;137;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 name="Google Shape;138;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 name="Google Shape;139;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0" name="Google Shape;140;p16"/>
              <p:cNvGrpSpPr/>
              <p:nvPr/>
            </p:nvGrpSpPr>
            <p:grpSpPr>
              <a:xfrm>
                <a:off x="461225" y="4360025"/>
                <a:ext cx="1851000" cy="370200"/>
                <a:chOff x="461225" y="3249175"/>
                <a:chExt cx="1851000" cy="370200"/>
              </a:xfrm>
            </p:grpSpPr>
            <p:sp>
              <p:nvSpPr>
                <p:cNvPr id="141" name="Google Shape;141;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 name="Google Shape;143;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 name="Google Shape;144;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6" name="Google Shape;146;p1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7" name="Google Shape;147;p1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8" name="Google Shape;148;p16"/>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9" name="Google Shape;149;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16"/>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52" name="Google Shape;152;p16"/>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53" name="Google Shape;153;p1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54" name="Shape 154"/>
        <p:cNvGrpSpPr/>
        <p:nvPr/>
      </p:nvGrpSpPr>
      <p:grpSpPr>
        <a:xfrm>
          <a:off x="0" y="0"/>
          <a:ext cx="0" cy="0"/>
          <a:chOff x="0" y="0"/>
          <a:chExt cx="0" cy="0"/>
        </a:xfrm>
      </p:grpSpPr>
      <p:grpSp>
        <p:nvGrpSpPr>
          <p:cNvPr id="155" name="Google Shape;155;p17"/>
          <p:cNvGrpSpPr/>
          <p:nvPr/>
        </p:nvGrpSpPr>
        <p:grpSpPr>
          <a:xfrm>
            <a:off x="228600" y="2793625"/>
            <a:ext cx="2221200" cy="1481050"/>
            <a:chOff x="312900" y="2793625"/>
            <a:chExt cx="2221200" cy="1481050"/>
          </a:xfrm>
        </p:grpSpPr>
        <p:grpSp>
          <p:nvGrpSpPr>
            <p:cNvPr id="156" name="Google Shape;156;p17"/>
            <p:cNvGrpSpPr/>
            <p:nvPr/>
          </p:nvGrpSpPr>
          <p:grpSpPr>
            <a:xfrm>
              <a:off x="312900" y="2793625"/>
              <a:ext cx="1851000" cy="1481050"/>
              <a:chOff x="461225" y="3249175"/>
              <a:chExt cx="1851000" cy="1481050"/>
            </a:xfrm>
          </p:grpSpPr>
          <p:grpSp>
            <p:nvGrpSpPr>
              <p:cNvPr id="157" name="Google Shape;157;p17"/>
              <p:cNvGrpSpPr/>
              <p:nvPr/>
            </p:nvGrpSpPr>
            <p:grpSpPr>
              <a:xfrm>
                <a:off x="461225" y="3249175"/>
                <a:ext cx="1851000" cy="370200"/>
                <a:chOff x="461225" y="3249175"/>
                <a:chExt cx="1851000" cy="370200"/>
              </a:xfrm>
            </p:grpSpPr>
            <p:sp>
              <p:nvSpPr>
                <p:cNvPr id="158" name="Google Shape;158;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 name="Google Shape;159;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 name="Google Shape;160;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 name="Google Shape;161;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 name="Google Shape;162;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3" name="Google Shape;163;p17"/>
              <p:cNvGrpSpPr/>
              <p:nvPr/>
            </p:nvGrpSpPr>
            <p:grpSpPr>
              <a:xfrm>
                <a:off x="461225" y="3619500"/>
                <a:ext cx="1851000" cy="370200"/>
                <a:chOff x="461225" y="3249175"/>
                <a:chExt cx="1851000" cy="370200"/>
              </a:xfrm>
            </p:grpSpPr>
            <p:sp>
              <p:nvSpPr>
                <p:cNvPr id="164" name="Google Shape;16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 name="Google Shape;16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 name="Google Shape;16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7" name="Google Shape;16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9" name="Google Shape;169;p17"/>
              <p:cNvGrpSpPr/>
              <p:nvPr/>
            </p:nvGrpSpPr>
            <p:grpSpPr>
              <a:xfrm>
                <a:off x="461225" y="3989700"/>
                <a:ext cx="1851000" cy="370200"/>
                <a:chOff x="461225" y="3249175"/>
                <a:chExt cx="1851000" cy="370200"/>
              </a:xfrm>
            </p:grpSpPr>
            <p:sp>
              <p:nvSpPr>
                <p:cNvPr id="170" name="Google Shape;17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2" name="Google Shape;17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3" name="Google Shape;17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4" name="Google Shape;174;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75" name="Google Shape;175;p17"/>
              <p:cNvGrpSpPr/>
              <p:nvPr/>
            </p:nvGrpSpPr>
            <p:grpSpPr>
              <a:xfrm>
                <a:off x="461225" y="4360025"/>
                <a:ext cx="1851000" cy="370200"/>
                <a:chOff x="461225" y="3249175"/>
                <a:chExt cx="1851000" cy="370200"/>
              </a:xfrm>
            </p:grpSpPr>
            <p:sp>
              <p:nvSpPr>
                <p:cNvPr id="176" name="Google Shape;176;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7" name="Google Shape;177;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8" name="Google Shape;178;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9" name="Google Shape;179;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0" name="Google Shape;180;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81" name="Google Shape;181;p1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2" name="Google Shape;182;p17"/>
          <p:cNvGrpSpPr/>
          <p:nvPr/>
        </p:nvGrpSpPr>
        <p:grpSpPr>
          <a:xfrm>
            <a:off x="7663200" y="-725"/>
            <a:ext cx="1480800" cy="1396025"/>
            <a:chOff x="461225" y="3334200"/>
            <a:chExt cx="1480800" cy="1396025"/>
          </a:xfrm>
        </p:grpSpPr>
        <p:grpSp>
          <p:nvGrpSpPr>
            <p:cNvPr id="183" name="Google Shape;183;p17"/>
            <p:cNvGrpSpPr/>
            <p:nvPr/>
          </p:nvGrpSpPr>
          <p:grpSpPr>
            <a:xfrm>
              <a:off x="461225" y="3334200"/>
              <a:ext cx="1480800" cy="285300"/>
              <a:chOff x="461225" y="3334200"/>
              <a:chExt cx="1480800" cy="285300"/>
            </a:xfrm>
          </p:grpSpPr>
          <p:sp>
            <p:nvSpPr>
              <p:cNvPr id="184" name="Google Shape;184;p1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5" name="Google Shape;185;p1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1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1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8" name="Google Shape;188;p17"/>
            <p:cNvGrpSpPr/>
            <p:nvPr/>
          </p:nvGrpSpPr>
          <p:grpSpPr>
            <a:xfrm>
              <a:off x="461225" y="3619500"/>
              <a:ext cx="1480800" cy="370200"/>
              <a:chOff x="461225" y="3249175"/>
              <a:chExt cx="1480800" cy="370200"/>
            </a:xfrm>
          </p:grpSpPr>
          <p:sp>
            <p:nvSpPr>
              <p:cNvPr id="189" name="Google Shape;18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3" name="Google Shape;193;p17"/>
            <p:cNvGrpSpPr/>
            <p:nvPr/>
          </p:nvGrpSpPr>
          <p:grpSpPr>
            <a:xfrm>
              <a:off x="461225" y="3989700"/>
              <a:ext cx="1480800" cy="370200"/>
              <a:chOff x="461225" y="3249175"/>
              <a:chExt cx="1480800" cy="370200"/>
            </a:xfrm>
          </p:grpSpPr>
          <p:sp>
            <p:nvSpPr>
              <p:cNvPr id="194" name="Google Shape;19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5" name="Google Shape;19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6" name="Google Shape;19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7" name="Google Shape;19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8" name="Google Shape;198;p17"/>
            <p:cNvGrpSpPr/>
            <p:nvPr/>
          </p:nvGrpSpPr>
          <p:grpSpPr>
            <a:xfrm>
              <a:off x="461225" y="4360025"/>
              <a:ext cx="1480800" cy="370200"/>
              <a:chOff x="461225" y="3249175"/>
              <a:chExt cx="1480800" cy="370200"/>
            </a:xfrm>
          </p:grpSpPr>
          <p:sp>
            <p:nvSpPr>
              <p:cNvPr id="199" name="Google Shape;19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2" name="Google Shape;20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203" name="Google Shape;203;p17"/>
          <p:cNvGrpSpPr/>
          <p:nvPr/>
        </p:nvGrpSpPr>
        <p:grpSpPr>
          <a:xfrm>
            <a:off x="1843925" y="-725"/>
            <a:ext cx="7300075" cy="5144088"/>
            <a:chOff x="1870575" y="-635"/>
            <a:chExt cx="7300075" cy="5174097"/>
          </a:xfrm>
        </p:grpSpPr>
        <p:sp>
          <p:nvSpPr>
            <p:cNvPr id="204" name="Google Shape;204;p1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05" name="Google Shape;205;p1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206" name="Google Shape;206;p17"/>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207" name="Google Shape;207;p1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08" name="Google Shape;208;p17"/>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209" name="Google Shape;209;p17"/>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10" name="Google Shape;210;p17"/>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211" name="Shape 211"/>
        <p:cNvGrpSpPr/>
        <p:nvPr/>
      </p:nvGrpSpPr>
      <p:grpSpPr>
        <a:xfrm>
          <a:off x="0" y="0"/>
          <a:ext cx="0" cy="0"/>
          <a:chOff x="0" y="0"/>
          <a:chExt cx="0" cy="0"/>
        </a:xfrm>
      </p:grpSpPr>
      <p:sp>
        <p:nvSpPr>
          <p:cNvPr id="212" name="Google Shape;212;p18"/>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3" name="Google Shape;213;p18"/>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4" name="Google Shape;214;p18"/>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5" name="Google Shape;215;p18"/>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6" name="Google Shape;216;p18"/>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217" name="Google Shape;217;p18"/>
          <p:cNvSpPr/>
          <p:nvPr>
            <p:ph idx="2" type="pic"/>
          </p:nvPr>
        </p:nvSpPr>
        <p:spPr>
          <a:xfrm>
            <a:off x="225300" y="3132125"/>
            <a:ext cx="1849800" cy="1770300"/>
          </a:xfrm>
          <a:prstGeom prst="rect">
            <a:avLst/>
          </a:prstGeom>
          <a:noFill/>
          <a:ln>
            <a:noFill/>
          </a:ln>
        </p:spPr>
      </p:sp>
      <p:sp>
        <p:nvSpPr>
          <p:cNvPr id="218" name="Google Shape;218;p18"/>
          <p:cNvSpPr/>
          <p:nvPr>
            <p:ph idx="3" type="pic"/>
          </p:nvPr>
        </p:nvSpPr>
        <p:spPr>
          <a:xfrm>
            <a:off x="5262525" y="228600"/>
            <a:ext cx="1865100" cy="1790100"/>
          </a:xfrm>
          <a:prstGeom prst="rect">
            <a:avLst/>
          </a:prstGeom>
          <a:noFill/>
          <a:ln>
            <a:noFill/>
          </a:ln>
        </p:spPr>
      </p:sp>
      <p:sp>
        <p:nvSpPr>
          <p:cNvPr id="219" name="Google Shape;219;p18"/>
          <p:cNvSpPr/>
          <p:nvPr>
            <p:ph idx="4" type="pic"/>
          </p:nvPr>
        </p:nvSpPr>
        <p:spPr>
          <a:xfrm>
            <a:off x="7281675" y="228600"/>
            <a:ext cx="1849800" cy="1790100"/>
          </a:xfrm>
          <a:prstGeom prst="rect">
            <a:avLst/>
          </a:prstGeom>
          <a:noFill/>
          <a:ln>
            <a:noFill/>
          </a:ln>
        </p:spPr>
      </p:sp>
      <p:sp>
        <p:nvSpPr>
          <p:cNvPr id="220" name="Google Shape;220;p18"/>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1" name="Google Shape;221;p18"/>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2" name="Google Shape;222;p18"/>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223" name="Google Shape;223;p18"/>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224" name="Google Shape;224;p18"/>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225" name="Google Shape;225;p18"/>
          <p:cNvGrpSpPr/>
          <p:nvPr/>
        </p:nvGrpSpPr>
        <p:grpSpPr>
          <a:xfrm>
            <a:off x="4308382" y="2704009"/>
            <a:ext cx="4833127" cy="2437045"/>
            <a:chOff x="4308382" y="2704009"/>
            <a:chExt cx="4833127" cy="2437045"/>
          </a:xfrm>
        </p:grpSpPr>
        <p:sp>
          <p:nvSpPr>
            <p:cNvPr id="226" name="Google Shape;226;p1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7" name="Google Shape;227;p1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8" name="Google Shape;228;p1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229" name="Shape 229"/>
        <p:cNvGrpSpPr/>
        <p:nvPr/>
      </p:nvGrpSpPr>
      <p:grpSpPr>
        <a:xfrm>
          <a:off x="0" y="0"/>
          <a:ext cx="0" cy="0"/>
          <a:chOff x="0" y="0"/>
          <a:chExt cx="0" cy="0"/>
        </a:xfrm>
      </p:grpSpPr>
      <p:sp>
        <p:nvSpPr>
          <p:cNvPr id="230" name="Google Shape;230;p19"/>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9"/>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9"/>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33" name="Google Shape;233;p1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34" name="Google Shape;234;p19"/>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235" name="Google Shape;235;p19"/>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36" name="Google Shape;236;p1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237" name="Shape 237"/>
        <p:cNvGrpSpPr/>
        <p:nvPr/>
      </p:nvGrpSpPr>
      <p:grpSpPr>
        <a:xfrm>
          <a:off x="0" y="0"/>
          <a:ext cx="0" cy="0"/>
          <a:chOff x="0" y="0"/>
          <a:chExt cx="0" cy="0"/>
        </a:xfrm>
      </p:grpSpPr>
      <p:sp>
        <p:nvSpPr>
          <p:cNvPr id="238" name="Google Shape;238;p20"/>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239" name="Google Shape;239;p20"/>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0" name="Google Shape;240;p20"/>
          <p:cNvGrpSpPr/>
          <p:nvPr/>
        </p:nvGrpSpPr>
        <p:grpSpPr>
          <a:xfrm>
            <a:off x="25" y="4625"/>
            <a:ext cx="2329791" cy="795413"/>
            <a:chOff x="21" y="-511"/>
            <a:chExt cx="2329791" cy="800617"/>
          </a:xfrm>
        </p:grpSpPr>
        <p:grpSp>
          <p:nvGrpSpPr>
            <p:cNvPr id="241" name="Google Shape;241;p20"/>
            <p:cNvGrpSpPr/>
            <p:nvPr/>
          </p:nvGrpSpPr>
          <p:grpSpPr>
            <a:xfrm flipH="1" rot="10800000">
              <a:off x="25" y="392516"/>
              <a:ext cx="1927788" cy="407590"/>
              <a:chOff x="537425" y="3249175"/>
              <a:chExt cx="1774800" cy="370200"/>
            </a:xfrm>
          </p:grpSpPr>
          <p:sp>
            <p:nvSpPr>
              <p:cNvPr id="242" name="Google Shape;242;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3" name="Google Shape;243;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4" name="Google Shape;244;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5" name="Google Shape;245;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6" name="Google Shape;246;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47" name="Google Shape;247;p20"/>
            <p:cNvGrpSpPr/>
            <p:nvPr/>
          </p:nvGrpSpPr>
          <p:grpSpPr>
            <a:xfrm flipH="1" rot="10800000">
              <a:off x="21" y="-511"/>
              <a:ext cx="1927788" cy="393115"/>
              <a:chOff x="537425" y="3249175"/>
              <a:chExt cx="1774800" cy="370200"/>
            </a:xfrm>
          </p:grpSpPr>
          <p:sp>
            <p:nvSpPr>
              <p:cNvPr id="248" name="Google Shape;248;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9" name="Google Shape;249;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0" name="Google Shape;250;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1" name="Google Shape;251;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2" name="Google Shape;252;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3" name="Google Shape;253;p2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4" name="Google Shape;254;p2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55" name="Google Shape;255;p20"/>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6" name="Google Shape;256;p20"/>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7" name="Google Shape;257;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58" name="Google Shape;258;p20"/>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59" name="Google Shape;259;p2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60" name="Shape 260"/>
        <p:cNvGrpSpPr/>
        <p:nvPr/>
      </p:nvGrpSpPr>
      <p:grpSpPr>
        <a:xfrm>
          <a:off x="0" y="0"/>
          <a:ext cx="0" cy="0"/>
          <a:chOff x="0" y="0"/>
          <a:chExt cx="0" cy="0"/>
        </a:xfrm>
      </p:grpSpPr>
      <p:sp>
        <p:nvSpPr>
          <p:cNvPr id="261" name="Google Shape;261;p21"/>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2" name="Google Shape;262;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3" name="Google Shape;263;p21"/>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64" name="Google Shape;264;p21"/>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65" name="Google Shape;265;p21"/>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66" name="Shape 266"/>
        <p:cNvGrpSpPr/>
        <p:nvPr/>
      </p:nvGrpSpPr>
      <p:grpSpPr>
        <a:xfrm>
          <a:off x="0" y="0"/>
          <a:ext cx="0" cy="0"/>
          <a:chOff x="0" y="0"/>
          <a:chExt cx="0" cy="0"/>
        </a:xfrm>
      </p:grpSpPr>
      <p:grpSp>
        <p:nvGrpSpPr>
          <p:cNvPr id="267" name="Google Shape;267;p22"/>
          <p:cNvGrpSpPr/>
          <p:nvPr/>
        </p:nvGrpSpPr>
        <p:grpSpPr>
          <a:xfrm flipH="1">
            <a:off x="3212200" y="0"/>
            <a:ext cx="1851000" cy="1225325"/>
            <a:chOff x="461225" y="3875100"/>
            <a:chExt cx="1851000" cy="1225325"/>
          </a:xfrm>
        </p:grpSpPr>
        <p:grpSp>
          <p:nvGrpSpPr>
            <p:cNvPr id="268" name="Google Shape;268;p22"/>
            <p:cNvGrpSpPr/>
            <p:nvPr/>
          </p:nvGrpSpPr>
          <p:grpSpPr>
            <a:xfrm>
              <a:off x="461225" y="3875100"/>
              <a:ext cx="1851000" cy="114600"/>
              <a:chOff x="461225" y="3504775"/>
              <a:chExt cx="1851000" cy="114600"/>
            </a:xfrm>
          </p:grpSpPr>
          <p:sp>
            <p:nvSpPr>
              <p:cNvPr id="269" name="Google Shape;269;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0" name="Google Shape;270;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1" name="Google Shape;271;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2" name="Google Shape;272;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3" name="Google Shape;273;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4" name="Google Shape;274;p22"/>
            <p:cNvGrpSpPr/>
            <p:nvPr/>
          </p:nvGrpSpPr>
          <p:grpSpPr>
            <a:xfrm>
              <a:off x="461225" y="3989700"/>
              <a:ext cx="1480800" cy="1110725"/>
              <a:chOff x="461225" y="3249175"/>
              <a:chExt cx="1480800" cy="1110725"/>
            </a:xfrm>
          </p:grpSpPr>
          <p:sp>
            <p:nvSpPr>
              <p:cNvPr id="275" name="Google Shape;275;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6" name="Google Shape;276;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7" name="Google Shape;277;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8" name="Google Shape;278;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9" name="Google Shape;279;p22"/>
            <p:cNvGrpSpPr/>
            <p:nvPr/>
          </p:nvGrpSpPr>
          <p:grpSpPr>
            <a:xfrm>
              <a:off x="831425" y="4360025"/>
              <a:ext cx="1480800" cy="370200"/>
              <a:chOff x="831425" y="3249175"/>
              <a:chExt cx="1480800" cy="370200"/>
            </a:xfrm>
          </p:grpSpPr>
          <p:sp>
            <p:nvSpPr>
              <p:cNvPr id="280" name="Google Shape;280;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1" name="Google Shape;281;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2" name="Google Shape;282;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3" name="Google Shape;283;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84" name="Google Shape;284;p2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22"/>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86" name="Google Shape;286;p2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87" name="Shape 287"/>
        <p:cNvGrpSpPr/>
        <p:nvPr/>
      </p:nvGrpSpPr>
      <p:grpSpPr>
        <a:xfrm>
          <a:off x="0" y="0"/>
          <a:ext cx="0" cy="0"/>
          <a:chOff x="0" y="0"/>
          <a:chExt cx="0" cy="0"/>
        </a:xfrm>
      </p:grpSpPr>
      <p:sp>
        <p:nvSpPr>
          <p:cNvPr id="288" name="Google Shape;288;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9" name="Google Shape;289;p23"/>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90" name="Google Shape;290;p23"/>
          <p:cNvGrpSpPr/>
          <p:nvPr/>
        </p:nvGrpSpPr>
        <p:grpSpPr>
          <a:xfrm flipH="1" rot="10800000">
            <a:off x="6179902" y="24"/>
            <a:ext cx="2963226" cy="1495659"/>
            <a:chOff x="4306084" y="2701610"/>
            <a:chExt cx="4837921" cy="2441893"/>
          </a:xfrm>
        </p:grpSpPr>
        <p:sp>
          <p:nvSpPr>
            <p:cNvPr id="291" name="Google Shape;291;p2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2" name="Google Shape;292;p2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3" name="Google Shape;293;p2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94" name="Google Shape;294;p23"/>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23"/>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23"/>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23"/>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23"/>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23"/>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00" name="Google Shape;300;p23"/>
          <p:cNvGrpSpPr/>
          <p:nvPr/>
        </p:nvGrpSpPr>
        <p:grpSpPr>
          <a:xfrm>
            <a:off x="2674998" y="2923250"/>
            <a:ext cx="6470027" cy="2221724"/>
            <a:chOff x="2674998" y="2923250"/>
            <a:chExt cx="6470027" cy="2221724"/>
          </a:xfrm>
        </p:grpSpPr>
        <p:sp>
          <p:nvSpPr>
            <p:cNvPr id="301" name="Google Shape;301;p2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02" name="Google Shape;302;p2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303" name="Google Shape;303;p23"/>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304" name="Shape 304"/>
        <p:cNvGrpSpPr/>
        <p:nvPr/>
      </p:nvGrpSpPr>
      <p:grpSpPr>
        <a:xfrm>
          <a:off x="0" y="0"/>
          <a:ext cx="0" cy="0"/>
          <a:chOff x="0" y="0"/>
          <a:chExt cx="0" cy="0"/>
        </a:xfrm>
      </p:grpSpPr>
      <p:sp>
        <p:nvSpPr>
          <p:cNvPr id="305" name="Google Shape;305;p24"/>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06" name="Google Shape;306;p24"/>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307" name="Google Shape;307;p24"/>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308" name="Google Shape;308;p24"/>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309" name="Google Shape;309;p24"/>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24"/>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1" name="Google Shape;311;p24"/>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2" name="Google Shape;312;p24"/>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3" name="Google Shape;313;p24"/>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4" name="Google Shape;314;p24"/>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5" name="Google Shape;315;p24"/>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24"/>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24"/>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18" name="Google Shape;318;p24"/>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319" name="Google Shape;319;p24"/>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20" name="Google Shape;320;p24"/>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321" name="Shape 321"/>
        <p:cNvGrpSpPr/>
        <p:nvPr/>
      </p:nvGrpSpPr>
      <p:grpSpPr>
        <a:xfrm>
          <a:off x="0" y="0"/>
          <a:ext cx="0" cy="0"/>
          <a:chOff x="0" y="0"/>
          <a:chExt cx="0" cy="0"/>
        </a:xfrm>
      </p:grpSpPr>
      <p:sp>
        <p:nvSpPr>
          <p:cNvPr id="322" name="Google Shape;322;p25"/>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23" name="Google Shape;323;p25"/>
          <p:cNvGrpSpPr/>
          <p:nvPr/>
        </p:nvGrpSpPr>
        <p:grpSpPr>
          <a:xfrm rot="-5400000">
            <a:off x="4030013" y="41713"/>
            <a:ext cx="1026300" cy="9201675"/>
            <a:chOff x="670045" y="-5692564"/>
            <a:chExt cx="1026300" cy="9201675"/>
          </a:xfrm>
        </p:grpSpPr>
        <p:sp>
          <p:nvSpPr>
            <p:cNvPr id="324" name="Google Shape;324;p2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325" name="Google Shape;325;p2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26" name="Google Shape;326;p25"/>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327" name="Google Shape;327;p25"/>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8" name="Google Shape;328;p25"/>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9" name="Google Shape;329;p25"/>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30" name="Google Shape;330;p25"/>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331" name="Google Shape;331;p25"/>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332" name="Google Shape;332;p25"/>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333" name="Shape 333"/>
        <p:cNvGrpSpPr/>
        <p:nvPr/>
      </p:nvGrpSpPr>
      <p:grpSpPr>
        <a:xfrm>
          <a:off x="0" y="0"/>
          <a:ext cx="0" cy="0"/>
          <a:chOff x="0" y="0"/>
          <a:chExt cx="0" cy="0"/>
        </a:xfrm>
      </p:grpSpPr>
      <p:sp>
        <p:nvSpPr>
          <p:cNvPr id="334" name="Google Shape;334;p26"/>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5" name="Google Shape;335;p26"/>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36" name="Google Shape;336;p26"/>
          <p:cNvGrpSpPr/>
          <p:nvPr/>
        </p:nvGrpSpPr>
        <p:grpSpPr>
          <a:xfrm rot="10800000">
            <a:off x="9" y="0"/>
            <a:ext cx="1889320" cy="1499480"/>
            <a:chOff x="461225" y="3249175"/>
            <a:chExt cx="1399496" cy="1110726"/>
          </a:xfrm>
        </p:grpSpPr>
        <p:grpSp>
          <p:nvGrpSpPr>
            <p:cNvPr id="337" name="Google Shape;337;p26"/>
            <p:cNvGrpSpPr/>
            <p:nvPr/>
          </p:nvGrpSpPr>
          <p:grpSpPr>
            <a:xfrm>
              <a:off x="461225" y="3249175"/>
              <a:ext cx="1399496" cy="370204"/>
              <a:chOff x="461225" y="3249175"/>
              <a:chExt cx="1399496" cy="370204"/>
            </a:xfrm>
          </p:grpSpPr>
          <p:sp>
            <p:nvSpPr>
              <p:cNvPr id="338" name="Google Shape;33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9" name="Google Shape;33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0" name="Google Shape;34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1" name="Google Shape;341;p2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2" name="Google Shape;342;p26"/>
            <p:cNvGrpSpPr/>
            <p:nvPr/>
          </p:nvGrpSpPr>
          <p:grpSpPr>
            <a:xfrm>
              <a:off x="461225" y="3619500"/>
              <a:ext cx="1399496" cy="370202"/>
              <a:chOff x="461225" y="3249175"/>
              <a:chExt cx="1399496" cy="370202"/>
            </a:xfrm>
          </p:grpSpPr>
          <p:sp>
            <p:nvSpPr>
              <p:cNvPr id="343" name="Google Shape;343;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4" name="Google Shape;344;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5" name="Google Shape;345;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6" name="Google Shape;346;p2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7" name="Google Shape;347;p26"/>
            <p:cNvGrpSpPr/>
            <p:nvPr/>
          </p:nvGrpSpPr>
          <p:grpSpPr>
            <a:xfrm>
              <a:off x="461225" y="3989700"/>
              <a:ext cx="1399496" cy="370201"/>
              <a:chOff x="461225" y="3249175"/>
              <a:chExt cx="1399496" cy="370201"/>
            </a:xfrm>
          </p:grpSpPr>
          <p:sp>
            <p:nvSpPr>
              <p:cNvPr id="348" name="Google Shape;34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9" name="Google Shape;34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2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52" name="Google Shape;352;p26"/>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53" name="Google Shape;353;p26"/>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54" name="Google Shape;354;p2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55" name="Google Shape;355;p26"/>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56" name="Google Shape;356;p2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57" name="Google Shape;357;p2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58" name="Shape 358"/>
        <p:cNvGrpSpPr/>
        <p:nvPr/>
      </p:nvGrpSpPr>
      <p:grpSpPr>
        <a:xfrm>
          <a:off x="0" y="0"/>
          <a:ext cx="0" cy="0"/>
          <a:chOff x="0" y="0"/>
          <a:chExt cx="0" cy="0"/>
        </a:xfrm>
      </p:grpSpPr>
      <p:sp>
        <p:nvSpPr>
          <p:cNvPr id="359" name="Google Shape;359;p27"/>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0" name="Google Shape;360;p2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1" name="Google Shape;361;p27"/>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2" name="Google Shape;362;p2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63" name="Shape 363"/>
        <p:cNvGrpSpPr/>
        <p:nvPr/>
      </p:nvGrpSpPr>
      <p:grpSpPr>
        <a:xfrm>
          <a:off x="0" y="0"/>
          <a:ext cx="0" cy="0"/>
          <a:chOff x="0" y="0"/>
          <a:chExt cx="0" cy="0"/>
        </a:xfrm>
      </p:grpSpPr>
      <p:sp>
        <p:nvSpPr>
          <p:cNvPr id="364" name="Google Shape;364;p28"/>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5" name="Google Shape;365;p28"/>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66" name="Google Shape;366;p28"/>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7" name="Google Shape;367;p28"/>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8" name="Google Shape;368;p28"/>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9" name="Google Shape;369;p28"/>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0" name="Google Shape;370;p28"/>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1" name="Google Shape;371;p2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72" name="Google Shape;372;p28"/>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28"/>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4" name="Google Shape;374;p28"/>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5" name="Google Shape;375;p28"/>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76" name="Google Shape;376;p28"/>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7" name="Google Shape;377;p28"/>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8" name="Google Shape;378;p28"/>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9" name="Google Shape;379;p28"/>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0" name="Google Shape;380;p28"/>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1" name="Google Shape;381;p28"/>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2" name="Google Shape;382;p28"/>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3" name="Google Shape;383;p28"/>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84" name="Google Shape;384;p28"/>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85" name="Shape 385"/>
        <p:cNvGrpSpPr/>
        <p:nvPr/>
      </p:nvGrpSpPr>
      <p:grpSpPr>
        <a:xfrm>
          <a:off x="0" y="0"/>
          <a:ext cx="0" cy="0"/>
          <a:chOff x="0" y="0"/>
          <a:chExt cx="0" cy="0"/>
        </a:xfrm>
      </p:grpSpPr>
      <p:sp>
        <p:nvSpPr>
          <p:cNvPr id="386" name="Google Shape;386;p29"/>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87" name="Google Shape;387;p29"/>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8" name="Google Shape;388;p29"/>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9" name="Google Shape;389;p29"/>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90" name="Google Shape;390;p29"/>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91" name="Google Shape;391;p29"/>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2" name="Google Shape;392;p29"/>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3" name="Google Shape;393;p29"/>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4" name="Google Shape;394;p29"/>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29"/>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29"/>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7" name="Google Shape;397;p29"/>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98" name="Google Shape;398;p29"/>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99" name="Google Shape;399;p29"/>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0" name="Google Shape;400;p29"/>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1" name="Google Shape;401;p29"/>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2" name="Google Shape;402;p29"/>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3" name="Google Shape;403;p29"/>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4" name="Google Shape;404;p29"/>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5" name="Google Shape;405;p29"/>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6" name="Google Shape;406;p29"/>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407" name="Shape 407"/>
        <p:cNvGrpSpPr/>
        <p:nvPr/>
      </p:nvGrpSpPr>
      <p:grpSpPr>
        <a:xfrm>
          <a:off x="0" y="0"/>
          <a:ext cx="0" cy="0"/>
          <a:chOff x="0" y="0"/>
          <a:chExt cx="0" cy="0"/>
        </a:xfrm>
      </p:grpSpPr>
      <p:sp>
        <p:nvSpPr>
          <p:cNvPr id="408" name="Google Shape;408;p30"/>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09" name="Google Shape;409;p30"/>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10" name="Google Shape;410;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411" name="Google Shape;411;p30"/>
          <p:cNvGrpSpPr/>
          <p:nvPr/>
        </p:nvGrpSpPr>
        <p:grpSpPr>
          <a:xfrm flipH="1">
            <a:off x="7293000" y="0"/>
            <a:ext cx="1851000" cy="1225325"/>
            <a:chOff x="461225" y="3875100"/>
            <a:chExt cx="1851000" cy="1225325"/>
          </a:xfrm>
        </p:grpSpPr>
        <p:grpSp>
          <p:nvGrpSpPr>
            <p:cNvPr id="412" name="Google Shape;412;p30"/>
            <p:cNvGrpSpPr/>
            <p:nvPr/>
          </p:nvGrpSpPr>
          <p:grpSpPr>
            <a:xfrm>
              <a:off x="461225" y="3875100"/>
              <a:ext cx="1851000" cy="114600"/>
              <a:chOff x="461225" y="3504775"/>
              <a:chExt cx="1851000" cy="114600"/>
            </a:xfrm>
          </p:grpSpPr>
          <p:sp>
            <p:nvSpPr>
              <p:cNvPr id="413" name="Google Shape;413;p3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3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5" name="Google Shape;415;p3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6" name="Google Shape;416;p3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7" name="Google Shape;417;p3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8" name="Google Shape;418;p30"/>
            <p:cNvGrpSpPr/>
            <p:nvPr/>
          </p:nvGrpSpPr>
          <p:grpSpPr>
            <a:xfrm>
              <a:off x="461225" y="3989700"/>
              <a:ext cx="1480800" cy="1110725"/>
              <a:chOff x="461225" y="3249175"/>
              <a:chExt cx="1480800" cy="1110725"/>
            </a:xfrm>
          </p:grpSpPr>
          <p:sp>
            <p:nvSpPr>
              <p:cNvPr id="419" name="Google Shape;419;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1" name="Google Shape;421;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2" name="Google Shape;422;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3" name="Google Shape;423;p30"/>
            <p:cNvGrpSpPr/>
            <p:nvPr/>
          </p:nvGrpSpPr>
          <p:grpSpPr>
            <a:xfrm>
              <a:off x="831425" y="4360025"/>
              <a:ext cx="1480800" cy="370200"/>
              <a:chOff x="831425" y="3249175"/>
              <a:chExt cx="1480800" cy="370200"/>
            </a:xfrm>
          </p:grpSpPr>
          <p:sp>
            <p:nvSpPr>
              <p:cNvPr id="424" name="Google Shape;424;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5" name="Google Shape;425;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7" name="Google Shape;427;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28" name="Google Shape;428;p30"/>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29" name="Google Shape;429;p30"/>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30" name="Google Shape;430;p30"/>
          <p:cNvSpPr/>
          <p:nvPr>
            <p:ph idx="3" type="pic"/>
          </p:nvPr>
        </p:nvSpPr>
        <p:spPr>
          <a:xfrm>
            <a:off x="227225" y="1832375"/>
            <a:ext cx="821100" cy="785400"/>
          </a:xfrm>
          <a:prstGeom prst="rect">
            <a:avLst/>
          </a:prstGeom>
          <a:noFill/>
          <a:ln>
            <a:noFill/>
          </a:ln>
        </p:spPr>
      </p:sp>
      <p:sp>
        <p:nvSpPr>
          <p:cNvPr id="431" name="Google Shape;431;p30"/>
          <p:cNvSpPr/>
          <p:nvPr>
            <p:ph idx="4" type="pic"/>
          </p:nvPr>
        </p:nvSpPr>
        <p:spPr>
          <a:xfrm>
            <a:off x="227225" y="2672425"/>
            <a:ext cx="821100" cy="785400"/>
          </a:xfrm>
          <a:prstGeom prst="rect">
            <a:avLst/>
          </a:prstGeom>
          <a:noFill/>
          <a:ln>
            <a:noFill/>
          </a:ln>
        </p:spPr>
      </p:sp>
      <p:sp>
        <p:nvSpPr>
          <p:cNvPr id="432" name="Google Shape;432;p30"/>
          <p:cNvSpPr/>
          <p:nvPr>
            <p:ph idx="5" type="pic"/>
          </p:nvPr>
        </p:nvSpPr>
        <p:spPr>
          <a:xfrm>
            <a:off x="227225" y="3512475"/>
            <a:ext cx="821100" cy="785400"/>
          </a:xfrm>
          <a:prstGeom prst="rect">
            <a:avLst/>
          </a:prstGeom>
          <a:noFill/>
          <a:ln>
            <a:noFill/>
          </a:ln>
        </p:spPr>
      </p:sp>
      <p:sp>
        <p:nvSpPr>
          <p:cNvPr id="433" name="Google Shape;433;p30"/>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4" name="Google Shape;434;p30"/>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5" name="Google Shape;435;p30"/>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6" name="Google Shape;436;p30"/>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437" name="Google Shape;437;p30"/>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8" name="Google Shape;438;p30"/>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9" name="Google Shape;439;p30"/>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40" name="Google Shape;440;p30"/>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441" name="Google Shape;441;p30"/>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442" name="Shape 442"/>
        <p:cNvGrpSpPr/>
        <p:nvPr/>
      </p:nvGrpSpPr>
      <p:grpSpPr>
        <a:xfrm>
          <a:off x="0" y="0"/>
          <a:ext cx="0" cy="0"/>
          <a:chOff x="0" y="0"/>
          <a:chExt cx="0" cy="0"/>
        </a:xfrm>
      </p:grpSpPr>
      <p:sp>
        <p:nvSpPr>
          <p:cNvPr id="443" name="Google Shape;443;p31"/>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4" name="Google Shape;444;p31"/>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5" name="Google Shape;445;p31"/>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6" name="Google Shape;446;p31"/>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7" name="Google Shape;447;p31"/>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8" name="Google Shape;448;p31"/>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9" name="Google Shape;449;p31"/>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0" name="Google Shape;450;p31"/>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1" name="Google Shape;451;p31"/>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2" name="Google Shape;452;p31"/>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3" name="Google Shape;453;p31"/>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4" name="Google Shape;454;p31"/>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5" name="Google Shape;455;p31"/>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6" name="Google Shape;456;p31"/>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7" name="Google Shape;457;p31"/>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8" name="Google Shape;458;p31"/>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59" name="Google Shape;459;p31"/>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60" name="Google Shape;460;p31"/>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61" name="Shape 461"/>
        <p:cNvGrpSpPr/>
        <p:nvPr/>
      </p:nvGrpSpPr>
      <p:grpSpPr>
        <a:xfrm>
          <a:off x="0" y="0"/>
          <a:ext cx="0" cy="0"/>
          <a:chOff x="0" y="0"/>
          <a:chExt cx="0" cy="0"/>
        </a:xfrm>
      </p:grpSpPr>
      <p:sp>
        <p:nvSpPr>
          <p:cNvPr id="462" name="Google Shape;462;p32"/>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63" name="Google Shape;463;p32"/>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64" name="Google Shape;464;p32"/>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65" name="Google Shape;465;p3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66" name="Google Shape;466;p32"/>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7" name="Google Shape;467;p32"/>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8" name="Google Shape;468;p32"/>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9" name="Google Shape;469;p32"/>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0" name="Google Shape;470;p32"/>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1" name="Google Shape;471;p32"/>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2" name="Google Shape;472;p32"/>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3" name="Google Shape;473;p32"/>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4" name="Google Shape;474;p32"/>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75" name="Google Shape;475;p32"/>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6" name="Google Shape;476;p32"/>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77" name="Shape 477"/>
        <p:cNvGrpSpPr/>
        <p:nvPr/>
      </p:nvGrpSpPr>
      <p:grpSpPr>
        <a:xfrm>
          <a:off x="0" y="0"/>
          <a:ext cx="0" cy="0"/>
          <a:chOff x="0" y="0"/>
          <a:chExt cx="0" cy="0"/>
        </a:xfrm>
      </p:grpSpPr>
      <p:grpSp>
        <p:nvGrpSpPr>
          <p:cNvPr id="478" name="Google Shape;478;p33"/>
          <p:cNvGrpSpPr/>
          <p:nvPr/>
        </p:nvGrpSpPr>
        <p:grpSpPr>
          <a:xfrm flipH="1">
            <a:off x="3199575" y="156175"/>
            <a:ext cx="1851000" cy="1225325"/>
            <a:chOff x="461225" y="3875100"/>
            <a:chExt cx="1851000" cy="1225325"/>
          </a:xfrm>
        </p:grpSpPr>
        <p:grpSp>
          <p:nvGrpSpPr>
            <p:cNvPr id="479" name="Google Shape;479;p33"/>
            <p:cNvGrpSpPr/>
            <p:nvPr/>
          </p:nvGrpSpPr>
          <p:grpSpPr>
            <a:xfrm>
              <a:off x="461225" y="3875100"/>
              <a:ext cx="1851000" cy="114600"/>
              <a:chOff x="461225" y="3504775"/>
              <a:chExt cx="1851000" cy="114600"/>
            </a:xfrm>
          </p:grpSpPr>
          <p:sp>
            <p:nvSpPr>
              <p:cNvPr id="480" name="Google Shape;480;p3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1" name="Google Shape;481;p3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2" name="Google Shape;482;p3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3" name="Google Shape;483;p3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4" name="Google Shape;484;p3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5" name="Google Shape;485;p33"/>
            <p:cNvGrpSpPr/>
            <p:nvPr/>
          </p:nvGrpSpPr>
          <p:grpSpPr>
            <a:xfrm>
              <a:off x="461225" y="3989700"/>
              <a:ext cx="1480800" cy="1110725"/>
              <a:chOff x="461225" y="3249175"/>
              <a:chExt cx="1480800" cy="1110725"/>
            </a:xfrm>
          </p:grpSpPr>
          <p:sp>
            <p:nvSpPr>
              <p:cNvPr id="486" name="Google Shape;486;p3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7" name="Google Shape;487;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8" name="Google Shape;488;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9" name="Google Shape;489;p3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0" name="Google Shape;490;p33"/>
            <p:cNvGrpSpPr/>
            <p:nvPr/>
          </p:nvGrpSpPr>
          <p:grpSpPr>
            <a:xfrm>
              <a:off x="831425" y="4360025"/>
              <a:ext cx="1480800" cy="370200"/>
              <a:chOff x="831425" y="3249175"/>
              <a:chExt cx="1480800" cy="370200"/>
            </a:xfrm>
          </p:grpSpPr>
          <p:sp>
            <p:nvSpPr>
              <p:cNvPr id="491" name="Google Shape;491;p3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3" name="Google Shape;493;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4" name="Google Shape;494;p3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95" name="Google Shape;495;p3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6" name="Google Shape;496;p33"/>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97" name="Google Shape;497;p33"/>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98" name="Google Shape;498;p33"/>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9" name="Google Shape;499;p33"/>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00" name="Google Shape;500;p33"/>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501" name="Google Shape;501;p3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502" name="Shape 502"/>
        <p:cNvGrpSpPr/>
        <p:nvPr/>
      </p:nvGrpSpPr>
      <p:grpSpPr>
        <a:xfrm>
          <a:off x="0" y="0"/>
          <a:ext cx="0" cy="0"/>
          <a:chOff x="0" y="0"/>
          <a:chExt cx="0" cy="0"/>
        </a:xfrm>
      </p:grpSpPr>
      <p:grpSp>
        <p:nvGrpSpPr>
          <p:cNvPr id="503" name="Google Shape;503;p34"/>
          <p:cNvGrpSpPr/>
          <p:nvPr/>
        </p:nvGrpSpPr>
        <p:grpSpPr>
          <a:xfrm flipH="1">
            <a:off x="3199575" y="156175"/>
            <a:ext cx="1851000" cy="1225325"/>
            <a:chOff x="461225" y="3875100"/>
            <a:chExt cx="1851000" cy="1225325"/>
          </a:xfrm>
        </p:grpSpPr>
        <p:grpSp>
          <p:nvGrpSpPr>
            <p:cNvPr id="504" name="Google Shape;504;p34"/>
            <p:cNvGrpSpPr/>
            <p:nvPr/>
          </p:nvGrpSpPr>
          <p:grpSpPr>
            <a:xfrm>
              <a:off x="461225" y="3875100"/>
              <a:ext cx="1851000" cy="114600"/>
              <a:chOff x="461225" y="3504775"/>
              <a:chExt cx="1851000" cy="114600"/>
            </a:xfrm>
          </p:grpSpPr>
          <p:sp>
            <p:nvSpPr>
              <p:cNvPr id="505" name="Google Shape;505;p3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3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3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3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3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0" name="Google Shape;510;p34"/>
            <p:cNvGrpSpPr/>
            <p:nvPr/>
          </p:nvGrpSpPr>
          <p:grpSpPr>
            <a:xfrm>
              <a:off x="461225" y="3989700"/>
              <a:ext cx="1480800" cy="1110725"/>
              <a:chOff x="461225" y="3249175"/>
              <a:chExt cx="1480800" cy="1110725"/>
            </a:xfrm>
          </p:grpSpPr>
          <p:sp>
            <p:nvSpPr>
              <p:cNvPr id="511" name="Google Shape;511;p3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3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34"/>
            <p:cNvGrpSpPr/>
            <p:nvPr/>
          </p:nvGrpSpPr>
          <p:grpSpPr>
            <a:xfrm>
              <a:off x="831425" y="4360025"/>
              <a:ext cx="1480800" cy="370200"/>
              <a:chOff x="831425" y="3249175"/>
              <a:chExt cx="1480800" cy="370200"/>
            </a:xfrm>
          </p:grpSpPr>
          <p:sp>
            <p:nvSpPr>
              <p:cNvPr id="516" name="Google Shape;516;p3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3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34"/>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1" name="Google Shape;521;p34"/>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2" name="Google Shape;522;p34"/>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23" name="Google Shape;523;p34"/>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524" name="Google Shape;524;p34"/>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5" name="Google Shape;525;p34"/>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6" name="Google Shape;526;p34"/>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527" name="Google Shape;527;p34"/>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28" name="Google Shape;528;p34"/>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29" name="Google Shape;529;p34"/>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0" name="Google Shape;530;p34"/>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1" name="Google Shape;531;p34"/>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2" name="Google Shape;532;p34"/>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3" name="Google Shape;533;p34"/>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4" name="Google Shape;534;p3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5" name="Google Shape;535;p34"/>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6" name="Google Shape;536;p34"/>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7" name="Google Shape;537;p34"/>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8" name="Google Shape;538;p3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39" name="Shape 539"/>
        <p:cNvGrpSpPr/>
        <p:nvPr/>
      </p:nvGrpSpPr>
      <p:grpSpPr>
        <a:xfrm>
          <a:off x="0" y="0"/>
          <a:ext cx="0" cy="0"/>
          <a:chOff x="0" y="0"/>
          <a:chExt cx="0" cy="0"/>
        </a:xfrm>
      </p:grpSpPr>
      <p:grpSp>
        <p:nvGrpSpPr>
          <p:cNvPr id="540" name="Google Shape;540;p35"/>
          <p:cNvGrpSpPr/>
          <p:nvPr/>
        </p:nvGrpSpPr>
        <p:grpSpPr>
          <a:xfrm>
            <a:off x="115026" y="364"/>
            <a:ext cx="5125634" cy="5143564"/>
            <a:chOff x="312900" y="2788524"/>
            <a:chExt cx="2221197" cy="1994480"/>
          </a:xfrm>
        </p:grpSpPr>
        <p:grpSp>
          <p:nvGrpSpPr>
            <p:cNvPr id="541" name="Google Shape;541;p35"/>
            <p:cNvGrpSpPr/>
            <p:nvPr/>
          </p:nvGrpSpPr>
          <p:grpSpPr>
            <a:xfrm>
              <a:off x="312900" y="2788524"/>
              <a:ext cx="1851000" cy="1994480"/>
              <a:chOff x="461225" y="3244074"/>
              <a:chExt cx="1851000" cy="1994480"/>
            </a:xfrm>
          </p:grpSpPr>
          <p:grpSp>
            <p:nvGrpSpPr>
              <p:cNvPr id="542" name="Google Shape;542;p35"/>
              <p:cNvGrpSpPr/>
              <p:nvPr/>
            </p:nvGrpSpPr>
            <p:grpSpPr>
              <a:xfrm>
                <a:off x="461229" y="3244074"/>
                <a:ext cx="1850992" cy="1994480"/>
                <a:chOff x="461229" y="3244074"/>
                <a:chExt cx="1850992" cy="1994480"/>
              </a:xfrm>
            </p:grpSpPr>
            <p:sp>
              <p:nvSpPr>
                <p:cNvPr id="543" name="Google Shape;543;p3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3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3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3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7" name="Google Shape;547;p3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8" name="Google Shape;548;p35"/>
              <p:cNvGrpSpPr/>
              <p:nvPr/>
            </p:nvGrpSpPr>
            <p:grpSpPr>
              <a:xfrm>
                <a:off x="461225" y="3619500"/>
                <a:ext cx="1851000" cy="370200"/>
                <a:chOff x="461225" y="3249175"/>
                <a:chExt cx="1851000" cy="370200"/>
              </a:xfrm>
            </p:grpSpPr>
            <p:sp>
              <p:nvSpPr>
                <p:cNvPr id="549" name="Google Shape;54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1" name="Google Shape;55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2" name="Google Shape;55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3" name="Google Shape;55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54" name="Google Shape;554;p35"/>
              <p:cNvGrpSpPr/>
              <p:nvPr/>
            </p:nvGrpSpPr>
            <p:grpSpPr>
              <a:xfrm>
                <a:off x="461225" y="3989700"/>
                <a:ext cx="1851000" cy="1110726"/>
                <a:chOff x="461225" y="3249175"/>
                <a:chExt cx="1851000" cy="1110726"/>
              </a:xfrm>
            </p:grpSpPr>
            <p:sp>
              <p:nvSpPr>
                <p:cNvPr id="555" name="Google Shape;555;p3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6" name="Google Shape;55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7" name="Google Shape;55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8" name="Google Shape;55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9" name="Google Shape;55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0" name="Google Shape;560;p35"/>
              <p:cNvGrpSpPr/>
              <p:nvPr/>
            </p:nvGrpSpPr>
            <p:grpSpPr>
              <a:xfrm>
                <a:off x="461225" y="4360025"/>
                <a:ext cx="1851000" cy="370200"/>
                <a:chOff x="461225" y="3249175"/>
                <a:chExt cx="1851000" cy="370200"/>
              </a:xfrm>
            </p:grpSpPr>
            <p:sp>
              <p:nvSpPr>
                <p:cNvPr id="561" name="Google Shape;56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2" name="Google Shape;56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3" name="Google Shape;56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4" name="Google Shape;56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65" name="Google Shape;565;p3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6" name="Google Shape;566;p35"/>
          <p:cNvGrpSpPr/>
          <p:nvPr/>
        </p:nvGrpSpPr>
        <p:grpSpPr>
          <a:xfrm flipH="1" rot="5400000">
            <a:off x="7145338" y="3274875"/>
            <a:ext cx="2221200" cy="1481050"/>
            <a:chOff x="312900" y="2793625"/>
            <a:chExt cx="2221200" cy="1481050"/>
          </a:xfrm>
        </p:grpSpPr>
        <p:grpSp>
          <p:nvGrpSpPr>
            <p:cNvPr id="567" name="Google Shape;567;p35"/>
            <p:cNvGrpSpPr/>
            <p:nvPr/>
          </p:nvGrpSpPr>
          <p:grpSpPr>
            <a:xfrm>
              <a:off x="312900" y="2793625"/>
              <a:ext cx="1851000" cy="1481050"/>
              <a:chOff x="461225" y="3249175"/>
              <a:chExt cx="1851000" cy="1481050"/>
            </a:xfrm>
          </p:grpSpPr>
          <p:grpSp>
            <p:nvGrpSpPr>
              <p:cNvPr id="568" name="Google Shape;568;p35"/>
              <p:cNvGrpSpPr/>
              <p:nvPr/>
            </p:nvGrpSpPr>
            <p:grpSpPr>
              <a:xfrm>
                <a:off x="461225" y="3249175"/>
                <a:ext cx="1851000" cy="370200"/>
                <a:chOff x="461225" y="3249175"/>
                <a:chExt cx="1851000" cy="370200"/>
              </a:xfrm>
            </p:grpSpPr>
            <p:sp>
              <p:nvSpPr>
                <p:cNvPr id="569" name="Google Shape;56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0" name="Google Shape;57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1" name="Google Shape;57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2" name="Google Shape;57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3" name="Google Shape;57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74" name="Google Shape;574;p35"/>
              <p:cNvGrpSpPr/>
              <p:nvPr/>
            </p:nvGrpSpPr>
            <p:grpSpPr>
              <a:xfrm>
                <a:off x="461225" y="3619500"/>
                <a:ext cx="1851000" cy="370200"/>
                <a:chOff x="461225" y="3249175"/>
                <a:chExt cx="1851000" cy="370200"/>
              </a:xfrm>
            </p:grpSpPr>
            <p:sp>
              <p:nvSpPr>
                <p:cNvPr id="575" name="Google Shape;575;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6" name="Google Shape;57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9" name="Google Shape;57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0" name="Google Shape;580;p35"/>
              <p:cNvGrpSpPr/>
              <p:nvPr/>
            </p:nvGrpSpPr>
            <p:grpSpPr>
              <a:xfrm>
                <a:off x="461225" y="3989700"/>
                <a:ext cx="1851000" cy="370200"/>
                <a:chOff x="461225" y="3249175"/>
                <a:chExt cx="1851000" cy="370200"/>
              </a:xfrm>
            </p:grpSpPr>
            <p:sp>
              <p:nvSpPr>
                <p:cNvPr id="581" name="Google Shape;58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2" name="Google Shape;58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6" name="Google Shape;586;p35"/>
              <p:cNvGrpSpPr/>
              <p:nvPr/>
            </p:nvGrpSpPr>
            <p:grpSpPr>
              <a:xfrm>
                <a:off x="461225" y="4360025"/>
                <a:ext cx="1851000" cy="370200"/>
                <a:chOff x="461225" y="3249175"/>
                <a:chExt cx="1851000" cy="370200"/>
              </a:xfrm>
            </p:grpSpPr>
            <p:sp>
              <p:nvSpPr>
                <p:cNvPr id="587" name="Google Shape;587;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1" name="Google Shape;591;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2" name="Google Shape;592;p3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93" name="Google Shape;593;p35"/>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4" name="Google Shape;594;p35"/>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35"/>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96" name="Google Shape;596;p35"/>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97" name="Google Shape;597;p3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8" name="Google Shape;598;p35"/>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9" name="Google Shape;599;p35"/>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0" name="Google Shape;600;p35"/>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1" name="Google Shape;601;p35"/>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2" name="Google Shape;602;p35"/>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3" name="Google Shape;603;p35"/>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4" name="Google Shape;604;p35"/>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5" name="Google Shape;605;p35"/>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6" name="Google Shape;606;p35"/>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7" name="Google Shape;607;p35"/>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8" name="Google Shape;608;p35"/>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9" name="Google Shape;609;p35"/>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610" name="Shape 610"/>
        <p:cNvGrpSpPr/>
        <p:nvPr/>
      </p:nvGrpSpPr>
      <p:grpSpPr>
        <a:xfrm>
          <a:off x="0" y="0"/>
          <a:ext cx="0" cy="0"/>
          <a:chOff x="0" y="0"/>
          <a:chExt cx="0" cy="0"/>
        </a:xfrm>
      </p:grpSpPr>
      <p:sp>
        <p:nvSpPr>
          <p:cNvPr id="611" name="Google Shape;611;p36"/>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2" name="Google Shape;612;p36"/>
          <p:cNvSpPr/>
          <p:nvPr>
            <p:ph idx="2" type="pic"/>
          </p:nvPr>
        </p:nvSpPr>
        <p:spPr>
          <a:xfrm>
            <a:off x="6702600" y="-16150"/>
            <a:ext cx="2441400" cy="2574600"/>
          </a:xfrm>
          <a:prstGeom prst="rect">
            <a:avLst/>
          </a:prstGeom>
          <a:noFill/>
          <a:ln>
            <a:noFill/>
          </a:ln>
        </p:spPr>
      </p:sp>
      <p:sp>
        <p:nvSpPr>
          <p:cNvPr id="613" name="Google Shape;613;p36"/>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614" name="Google Shape;614;p36"/>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15" name="Google Shape;615;p36"/>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6" name="Google Shape;616;p36"/>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7" name="Google Shape;617;p36"/>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8" name="Google Shape;618;p36"/>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19" name="Google Shape;619;p3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20" name="Google Shape;620;p36"/>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21" name="Google Shape;621;p36"/>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22" name="Google Shape;622;p36"/>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3" name="Google Shape;623;p36"/>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4" name="Google Shape;624;p36"/>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5" name="Google Shape;625;p36"/>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6" name="Google Shape;626;p36"/>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7" name="Google Shape;627;p36"/>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8" name="Google Shape;628;p36"/>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629" name="Shape 629"/>
        <p:cNvGrpSpPr/>
        <p:nvPr/>
      </p:nvGrpSpPr>
      <p:grpSpPr>
        <a:xfrm>
          <a:off x="0" y="0"/>
          <a:ext cx="0" cy="0"/>
          <a:chOff x="0" y="0"/>
          <a:chExt cx="0" cy="0"/>
        </a:xfrm>
      </p:grpSpPr>
      <p:sp>
        <p:nvSpPr>
          <p:cNvPr id="630" name="Google Shape;630;p37"/>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37"/>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32" name="Google Shape;632;p37"/>
          <p:cNvSpPr/>
          <p:nvPr>
            <p:ph idx="2" type="pic"/>
          </p:nvPr>
        </p:nvSpPr>
        <p:spPr>
          <a:xfrm>
            <a:off x="5457500" y="0"/>
            <a:ext cx="3686400" cy="5143500"/>
          </a:xfrm>
          <a:prstGeom prst="rect">
            <a:avLst/>
          </a:prstGeom>
          <a:noFill/>
          <a:ln>
            <a:noFill/>
          </a:ln>
        </p:spPr>
      </p:sp>
      <p:sp>
        <p:nvSpPr>
          <p:cNvPr id="633" name="Google Shape;633;p37"/>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634" name="Google Shape;634;p37"/>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635" name="Google Shape;635;p3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36" name="Google Shape;636;p37"/>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7" name="Google Shape;637;p37"/>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638" name="Shape 638"/>
        <p:cNvGrpSpPr/>
        <p:nvPr/>
      </p:nvGrpSpPr>
      <p:grpSpPr>
        <a:xfrm>
          <a:off x="0" y="0"/>
          <a:ext cx="0" cy="0"/>
          <a:chOff x="0" y="0"/>
          <a:chExt cx="0" cy="0"/>
        </a:xfrm>
      </p:grpSpPr>
      <p:grpSp>
        <p:nvGrpSpPr>
          <p:cNvPr id="639" name="Google Shape;639;p38"/>
          <p:cNvGrpSpPr/>
          <p:nvPr/>
        </p:nvGrpSpPr>
        <p:grpSpPr>
          <a:xfrm>
            <a:off x="7704171" y="1036593"/>
            <a:ext cx="1439893" cy="3234395"/>
            <a:chOff x="461225" y="3249175"/>
            <a:chExt cx="1110600" cy="2221578"/>
          </a:xfrm>
        </p:grpSpPr>
        <p:grpSp>
          <p:nvGrpSpPr>
            <p:cNvPr id="640" name="Google Shape;640;p38"/>
            <p:cNvGrpSpPr/>
            <p:nvPr/>
          </p:nvGrpSpPr>
          <p:grpSpPr>
            <a:xfrm>
              <a:off x="831422" y="3249175"/>
              <a:ext cx="740403" cy="2221578"/>
              <a:chOff x="831422" y="3249175"/>
              <a:chExt cx="740403" cy="2221578"/>
            </a:xfrm>
          </p:grpSpPr>
          <p:sp>
            <p:nvSpPr>
              <p:cNvPr id="641" name="Google Shape;641;p3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2" name="Google Shape;642;p3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3" name="Google Shape;643;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4" name="Google Shape;644;p38"/>
            <p:cNvGrpSpPr/>
            <p:nvPr/>
          </p:nvGrpSpPr>
          <p:grpSpPr>
            <a:xfrm>
              <a:off x="461225" y="3619500"/>
              <a:ext cx="1110600" cy="370200"/>
              <a:chOff x="461225" y="3249175"/>
              <a:chExt cx="1110600" cy="370200"/>
            </a:xfrm>
          </p:grpSpPr>
          <p:sp>
            <p:nvSpPr>
              <p:cNvPr id="645" name="Google Shape;645;p3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6" name="Google Shape;646;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7" name="Google Shape;647;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8" name="Google Shape;648;p38"/>
            <p:cNvGrpSpPr/>
            <p:nvPr/>
          </p:nvGrpSpPr>
          <p:grpSpPr>
            <a:xfrm>
              <a:off x="461225" y="3989700"/>
              <a:ext cx="1110600" cy="1110726"/>
              <a:chOff x="461225" y="3249175"/>
              <a:chExt cx="1110600" cy="1110726"/>
            </a:xfrm>
          </p:grpSpPr>
          <p:sp>
            <p:nvSpPr>
              <p:cNvPr id="649" name="Google Shape;649;p3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0" name="Google Shape;650;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1" name="Google Shape;651;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52" name="Google Shape;652;p38"/>
            <p:cNvGrpSpPr/>
            <p:nvPr/>
          </p:nvGrpSpPr>
          <p:grpSpPr>
            <a:xfrm>
              <a:off x="831422" y="4360025"/>
              <a:ext cx="370203" cy="740520"/>
              <a:chOff x="831422" y="3249175"/>
              <a:chExt cx="370203" cy="740520"/>
            </a:xfrm>
          </p:grpSpPr>
          <p:sp>
            <p:nvSpPr>
              <p:cNvPr id="653" name="Google Shape;653;p3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4" name="Google Shape;654;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55" name="Google Shape;655;p38"/>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56" name="Google Shape;656;p3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57" name="Google Shape;657;p38"/>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58" name="Google Shape;658;p3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59" name="Google Shape;659;p3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60" name="Google Shape;660;p3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61" name="Google Shape;661;p38"/>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2" name="Google Shape;662;p38"/>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3" name="Google Shape;663;p38"/>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4" name="Google Shape;664;p38"/>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5" name="Google Shape;665;p38"/>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6" name="Google Shape;666;p38"/>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7" name="Google Shape;667;p38"/>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68" name="Shape 668"/>
        <p:cNvGrpSpPr/>
        <p:nvPr/>
      </p:nvGrpSpPr>
      <p:grpSpPr>
        <a:xfrm>
          <a:off x="0" y="0"/>
          <a:ext cx="0" cy="0"/>
          <a:chOff x="0" y="0"/>
          <a:chExt cx="0" cy="0"/>
        </a:xfrm>
      </p:grpSpPr>
      <p:grpSp>
        <p:nvGrpSpPr>
          <p:cNvPr id="669" name="Google Shape;669;p39"/>
          <p:cNvGrpSpPr/>
          <p:nvPr/>
        </p:nvGrpSpPr>
        <p:grpSpPr>
          <a:xfrm>
            <a:off x="0" y="506850"/>
            <a:ext cx="930250" cy="2593175"/>
            <a:chOff x="0" y="506850"/>
            <a:chExt cx="930250" cy="2593175"/>
          </a:xfrm>
        </p:grpSpPr>
        <p:grpSp>
          <p:nvGrpSpPr>
            <p:cNvPr id="670" name="Google Shape;670;p39"/>
            <p:cNvGrpSpPr/>
            <p:nvPr/>
          </p:nvGrpSpPr>
          <p:grpSpPr>
            <a:xfrm>
              <a:off x="0" y="877050"/>
              <a:ext cx="930250" cy="2222975"/>
              <a:chOff x="1233650" y="2421900"/>
              <a:chExt cx="930250" cy="2222975"/>
            </a:xfrm>
          </p:grpSpPr>
          <p:grpSp>
            <p:nvGrpSpPr>
              <p:cNvPr id="671" name="Google Shape;671;p39"/>
              <p:cNvGrpSpPr/>
              <p:nvPr/>
            </p:nvGrpSpPr>
            <p:grpSpPr>
              <a:xfrm>
                <a:off x="1233650" y="2793625"/>
                <a:ext cx="560050" cy="1851250"/>
                <a:chOff x="1381975" y="3249175"/>
                <a:chExt cx="560050" cy="1851250"/>
              </a:xfrm>
            </p:grpSpPr>
            <p:sp>
              <p:nvSpPr>
                <p:cNvPr id="672" name="Google Shape;672;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3" name="Google Shape;673;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74" name="Google Shape;674;p39"/>
                <p:cNvGrpSpPr/>
                <p:nvPr/>
              </p:nvGrpSpPr>
              <p:grpSpPr>
                <a:xfrm>
                  <a:off x="1381975" y="3989700"/>
                  <a:ext cx="560050" cy="1110725"/>
                  <a:chOff x="1381975" y="3249175"/>
                  <a:chExt cx="560050" cy="1110725"/>
                </a:xfrm>
              </p:grpSpPr>
              <p:sp>
                <p:nvSpPr>
                  <p:cNvPr id="675" name="Google Shape;675;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6" name="Google Shape;676;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7" name="Google Shape;677;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78" name="Google Shape;678;p39"/>
                <p:cNvGrpSpPr/>
                <p:nvPr/>
              </p:nvGrpSpPr>
              <p:grpSpPr>
                <a:xfrm>
                  <a:off x="1381975" y="4360025"/>
                  <a:ext cx="560050" cy="370200"/>
                  <a:chOff x="1381975" y="3249175"/>
                  <a:chExt cx="560050" cy="370200"/>
                </a:xfrm>
              </p:grpSpPr>
              <p:sp>
                <p:nvSpPr>
                  <p:cNvPr id="679" name="Google Shape;67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0" name="Google Shape;68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81" name="Google Shape;681;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2" name="Google Shape;682;p3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3" name="Google Shape;683;p3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84" name="Google Shape;684;p3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85" name="Google Shape;685;p39"/>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6" name="Google Shape;686;p39"/>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7" name="Google Shape;687;p39"/>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8" name="Google Shape;688;p39"/>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9" name="Google Shape;689;p39"/>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90" name="Google Shape;690;p39"/>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91" name="Google Shape;691;p39"/>
          <p:cNvGrpSpPr/>
          <p:nvPr/>
        </p:nvGrpSpPr>
        <p:grpSpPr>
          <a:xfrm rot="5400000">
            <a:off x="7381575" y="-838700"/>
            <a:ext cx="930250" cy="2591775"/>
            <a:chOff x="0" y="508250"/>
            <a:chExt cx="930250" cy="2591775"/>
          </a:xfrm>
        </p:grpSpPr>
        <p:grpSp>
          <p:nvGrpSpPr>
            <p:cNvPr id="692" name="Google Shape;692;p39"/>
            <p:cNvGrpSpPr/>
            <p:nvPr/>
          </p:nvGrpSpPr>
          <p:grpSpPr>
            <a:xfrm>
              <a:off x="0" y="877050"/>
              <a:ext cx="930250" cy="2222975"/>
              <a:chOff x="1233650" y="2421900"/>
              <a:chExt cx="930250" cy="2222975"/>
            </a:xfrm>
          </p:grpSpPr>
          <p:grpSp>
            <p:nvGrpSpPr>
              <p:cNvPr id="693" name="Google Shape;693;p39"/>
              <p:cNvGrpSpPr/>
              <p:nvPr/>
            </p:nvGrpSpPr>
            <p:grpSpPr>
              <a:xfrm>
                <a:off x="1233650" y="2793625"/>
                <a:ext cx="930250" cy="1851250"/>
                <a:chOff x="1381975" y="3249175"/>
                <a:chExt cx="930250" cy="1851250"/>
              </a:xfrm>
            </p:grpSpPr>
            <p:grpSp>
              <p:nvGrpSpPr>
                <p:cNvPr id="694" name="Google Shape;694;p39"/>
                <p:cNvGrpSpPr/>
                <p:nvPr/>
              </p:nvGrpSpPr>
              <p:grpSpPr>
                <a:xfrm>
                  <a:off x="1571825" y="3249175"/>
                  <a:ext cx="740400" cy="370200"/>
                  <a:chOff x="1571825" y="3249175"/>
                  <a:chExt cx="740400" cy="370200"/>
                </a:xfrm>
              </p:grpSpPr>
              <p:sp>
                <p:nvSpPr>
                  <p:cNvPr id="695" name="Google Shape;695;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3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97" name="Google Shape;697;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98" name="Google Shape;698;p39"/>
                <p:cNvGrpSpPr/>
                <p:nvPr/>
              </p:nvGrpSpPr>
              <p:grpSpPr>
                <a:xfrm>
                  <a:off x="1381975" y="3989700"/>
                  <a:ext cx="560050" cy="1110725"/>
                  <a:chOff x="1381975" y="3249175"/>
                  <a:chExt cx="560050" cy="1110725"/>
                </a:xfrm>
              </p:grpSpPr>
              <p:sp>
                <p:nvSpPr>
                  <p:cNvPr id="699" name="Google Shape;69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02" name="Google Shape;702;p39"/>
                <p:cNvGrpSpPr/>
                <p:nvPr/>
              </p:nvGrpSpPr>
              <p:grpSpPr>
                <a:xfrm>
                  <a:off x="1381975" y="4360025"/>
                  <a:ext cx="560050" cy="370200"/>
                  <a:chOff x="1381975" y="3249175"/>
                  <a:chExt cx="560050" cy="370200"/>
                </a:xfrm>
              </p:grpSpPr>
              <p:sp>
                <p:nvSpPr>
                  <p:cNvPr id="703" name="Google Shape;703;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4" name="Google Shape;704;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05" name="Google Shape;705;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6" name="Google Shape;706;p3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7" name="Google Shape;707;p39"/>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8" name="Google Shape;708;p39"/>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709" name="Google Shape;709;p39"/>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710" name="Google Shape;710;p39"/>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1" name="Google Shape;711;p39"/>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2" name="Google Shape;712;p39"/>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3" name="Google Shape;713;p39"/>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4" name="Google Shape;714;p39"/>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715" name="Google Shape;715;p39"/>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6" name="Google Shape;716;p39"/>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7" name="Google Shape;717;p39"/>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718" name="Shape 718"/>
        <p:cNvGrpSpPr/>
        <p:nvPr/>
      </p:nvGrpSpPr>
      <p:grpSpPr>
        <a:xfrm>
          <a:off x="0" y="0"/>
          <a:ext cx="0" cy="0"/>
          <a:chOff x="0" y="0"/>
          <a:chExt cx="0" cy="0"/>
        </a:xfrm>
      </p:grpSpPr>
      <p:sp>
        <p:nvSpPr>
          <p:cNvPr id="719" name="Google Shape;719;p40"/>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0" name="Google Shape;720;p40"/>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1" name="Google Shape;721;p40"/>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2" name="Google Shape;722;p40"/>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723" name="Google Shape;723;p40"/>
          <p:cNvGrpSpPr/>
          <p:nvPr/>
        </p:nvGrpSpPr>
        <p:grpSpPr>
          <a:xfrm>
            <a:off x="7073603" y="0"/>
            <a:ext cx="2070408" cy="1617374"/>
            <a:chOff x="6787102" y="-57263"/>
            <a:chExt cx="2403260" cy="1877393"/>
          </a:xfrm>
        </p:grpSpPr>
        <p:grpSp>
          <p:nvGrpSpPr>
            <p:cNvPr id="724" name="Google Shape;724;p40"/>
            <p:cNvGrpSpPr/>
            <p:nvPr/>
          </p:nvGrpSpPr>
          <p:grpSpPr>
            <a:xfrm rot="10800000">
              <a:off x="8286413" y="1320355"/>
              <a:ext cx="903863" cy="499775"/>
              <a:chOff x="532097" y="3249175"/>
              <a:chExt cx="669528" cy="370204"/>
            </a:xfrm>
          </p:grpSpPr>
          <p:sp>
            <p:nvSpPr>
              <p:cNvPr id="725" name="Google Shape;725;p4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6" name="Google Shape;726;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7" name="Google Shape;727;p40"/>
            <p:cNvGrpSpPr/>
            <p:nvPr/>
          </p:nvGrpSpPr>
          <p:grpSpPr>
            <a:xfrm rot="10800000">
              <a:off x="6787103" y="820419"/>
              <a:ext cx="2402289" cy="499772"/>
              <a:chOff x="532752" y="3249175"/>
              <a:chExt cx="1779473" cy="370202"/>
            </a:xfrm>
          </p:grpSpPr>
          <p:sp>
            <p:nvSpPr>
              <p:cNvPr id="728" name="Google Shape;728;p4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0" name="Google Shape;730;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1" name="Google Shape;73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2" name="Google Shape;732;p40"/>
            <p:cNvGrpSpPr/>
            <p:nvPr/>
          </p:nvGrpSpPr>
          <p:grpSpPr>
            <a:xfrm rot="10800000">
              <a:off x="7286873" y="320651"/>
              <a:ext cx="1499310" cy="499770"/>
              <a:chOff x="831425" y="3249175"/>
              <a:chExt cx="1110600" cy="370200"/>
            </a:xfrm>
          </p:grpSpPr>
          <p:sp>
            <p:nvSpPr>
              <p:cNvPr id="733" name="Google Shape;733;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6" name="Google Shape;736;p40"/>
            <p:cNvGrpSpPr/>
            <p:nvPr/>
          </p:nvGrpSpPr>
          <p:grpSpPr>
            <a:xfrm rot="10800000">
              <a:off x="6787102" y="-57263"/>
              <a:ext cx="2403260" cy="377865"/>
              <a:chOff x="532032" y="3249173"/>
              <a:chExt cx="1780193" cy="370202"/>
            </a:xfrm>
          </p:grpSpPr>
          <p:sp>
            <p:nvSpPr>
              <p:cNvPr id="737" name="Google Shape;737;p4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4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1" name="Google Shape;74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42" name="Google Shape;742;p40"/>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3" name="Google Shape;743;p40"/>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4" name="Google Shape;744;p40"/>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5" name="Google Shape;745;p40"/>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6" name="Google Shape;746;p4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47" name="Google Shape;747;p40"/>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48" name="Google Shape;748;p40"/>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49" name="Google Shape;749;p40"/>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p40"/>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1" name="Google Shape;751;p40"/>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2" name="Google Shape;752;p40"/>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4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54" name="Shape 754"/>
        <p:cNvGrpSpPr/>
        <p:nvPr/>
      </p:nvGrpSpPr>
      <p:grpSpPr>
        <a:xfrm>
          <a:off x="0" y="0"/>
          <a:ext cx="0" cy="0"/>
          <a:chOff x="0" y="0"/>
          <a:chExt cx="0" cy="0"/>
        </a:xfrm>
      </p:grpSpPr>
      <p:sp>
        <p:nvSpPr>
          <p:cNvPr id="755" name="Google Shape;755;p41"/>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6" name="Google Shape;756;p41"/>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7" name="Google Shape;757;p41"/>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8" name="Google Shape;758;p41"/>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9" name="Google Shape;759;p41"/>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60" name="Google Shape;760;p4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61" name="Google Shape;761;p41"/>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62" name="Google Shape;762;p41"/>
          <p:cNvGrpSpPr/>
          <p:nvPr/>
        </p:nvGrpSpPr>
        <p:grpSpPr>
          <a:xfrm>
            <a:off x="7073603" y="0"/>
            <a:ext cx="2070408" cy="1617374"/>
            <a:chOff x="6787102" y="-57263"/>
            <a:chExt cx="2403260" cy="1877393"/>
          </a:xfrm>
        </p:grpSpPr>
        <p:grpSp>
          <p:nvGrpSpPr>
            <p:cNvPr id="763" name="Google Shape;763;p41"/>
            <p:cNvGrpSpPr/>
            <p:nvPr/>
          </p:nvGrpSpPr>
          <p:grpSpPr>
            <a:xfrm rot="10800000">
              <a:off x="8286413" y="1320355"/>
              <a:ext cx="903863" cy="499775"/>
              <a:chOff x="532097" y="3249175"/>
              <a:chExt cx="669528" cy="370204"/>
            </a:xfrm>
          </p:grpSpPr>
          <p:sp>
            <p:nvSpPr>
              <p:cNvPr id="764" name="Google Shape;764;p4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6" name="Google Shape;766;p41"/>
            <p:cNvGrpSpPr/>
            <p:nvPr/>
          </p:nvGrpSpPr>
          <p:grpSpPr>
            <a:xfrm rot="10800000">
              <a:off x="6787103" y="820419"/>
              <a:ext cx="2402289" cy="499772"/>
              <a:chOff x="532752" y="3249175"/>
              <a:chExt cx="1779473" cy="370202"/>
            </a:xfrm>
          </p:grpSpPr>
          <p:sp>
            <p:nvSpPr>
              <p:cNvPr id="767" name="Google Shape;767;p4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0" name="Google Shape;77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1" name="Google Shape;771;p41"/>
            <p:cNvGrpSpPr/>
            <p:nvPr/>
          </p:nvGrpSpPr>
          <p:grpSpPr>
            <a:xfrm rot="10800000">
              <a:off x="7286873" y="320651"/>
              <a:ext cx="1499310" cy="499770"/>
              <a:chOff x="831425" y="3249175"/>
              <a:chExt cx="1110600" cy="370200"/>
            </a:xfrm>
          </p:grpSpPr>
          <p:sp>
            <p:nvSpPr>
              <p:cNvPr id="772" name="Google Shape;772;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5" name="Google Shape;775;p41"/>
            <p:cNvGrpSpPr/>
            <p:nvPr/>
          </p:nvGrpSpPr>
          <p:grpSpPr>
            <a:xfrm rot="10800000">
              <a:off x="6787102" y="-57263"/>
              <a:ext cx="2403260" cy="377865"/>
              <a:chOff x="532032" y="3249173"/>
              <a:chExt cx="1780193" cy="370202"/>
            </a:xfrm>
          </p:grpSpPr>
          <p:sp>
            <p:nvSpPr>
              <p:cNvPr id="776" name="Google Shape;776;p4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7" name="Google Shape;777;p4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8" name="Google Shape;778;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9" name="Google Shape;779;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0" name="Google Shape;78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81" name="Google Shape;781;p41"/>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2" name="Google Shape;782;p41"/>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3" name="Google Shape;783;p41"/>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4" name="Google Shape;784;p41"/>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5" name="Google Shape;785;p41"/>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6" name="Google Shape;786;p41"/>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7" name="Google Shape;787;p41"/>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8" name="Google Shape;788;p41"/>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9" name="Google Shape;789;p41"/>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0" name="Google Shape;790;p41"/>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1" name="Google Shape;791;p41"/>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2" name="Google Shape;792;p41"/>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3" name="Google Shape;793;p41"/>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94" name="Google Shape;794;p41"/>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95" name="Shape 795"/>
        <p:cNvGrpSpPr/>
        <p:nvPr/>
      </p:nvGrpSpPr>
      <p:grpSpPr>
        <a:xfrm>
          <a:off x="0" y="0"/>
          <a:ext cx="0" cy="0"/>
          <a:chOff x="0" y="0"/>
          <a:chExt cx="0" cy="0"/>
        </a:xfrm>
      </p:grpSpPr>
      <p:sp>
        <p:nvSpPr>
          <p:cNvPr id="796" name="Google Shape;796;p42"/>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97" name="Google Shape;797;p42"/>
          <p:cNvGrpSpPr/>
          <p:nvPr/>
        </p:nvGrpSpPr>
        <p:grpSpPr>
          <a:xfrm rot="10800000">
            <a:off x="5657179" y="-1"/>
            <a:ext cx="3486840" cy="2906092"/>
            <a:chOff x="312900" y="2793625"/>
            <a:chExt cx="2221200" cy="1851250"/>
          </a:xfrm>
        </p:grpSpPr>
        <p:grpSp>
          <p:nvGrpSpPr>
            <p:cNvPr id="798" name="Google Shape;798;p42"/>
            <p:cNvGrpSpPr/>
            <p:nvPr/>
          </p:nvGrpSpPr>
          <p:grpSpPr>
            <a:xfrm>
              <a:off x="312900" y="2793625"/>
              <a:ext cx="1851000" cy="1851250"/>
              <a:chOff x="461225" y="3249175"/>
              <a:chExt cx="1851000" cy="1851250"/>
            </a:xfrm>
          </p:grpSpPr>
          <p:grpSp>
            <p:nvGrpSpPr>
              <p:cNvPr id="799" name="Google Shape;799;p42"/>
              <p:cNvGrpSpPr/>
              <p:nvPr/>
            </p:nvGrpSpPr>
            <p:grpSpPr>
              <a:xfrm>
                <a:off x="461225" y="3249175"/>
                <a:ext cx="1851000" cy="370200"/>
                <a:chOff x="461225" y="3249175"/>
                <a:chExt cx="1851000" cy="370200"/>
              </a:xfrm>
            </p:grpSpPr>
            <p:sp>
              <p:nvSpPr>
                <p:cNvPr id="800" name="Google Shape;800;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2" name="Google Shape;802;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3" name="Google Shape;803;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4" name="Google Shape;804;p42"/>
              <p:cNvGrpSpPr/>
              <p:nvPr/>
            </p:nvGrpSpPr>
            <p:grpSpPr>
              <a:xfrm>
                <a:off x="461225" y="3619500"/>
                <a:ext cx="1851000" cy="370200"/>
                <a:chOff x="461225" y="3249175"/>
                <a:chExt cx="1851000" cy="370200"/>
              </a:xfrm>
            </p:grpSpPr>
            <p:sp>
              <p:nvSpPr>
                <p:cNvPr id="805" name="Google Shape;805;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6" name="Google Shape;80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7" name="Google Shape;80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0" name="Google Shape;810;p42"/>
              <p:cNvGrpSpPr/>
              <p:nvPr/>
            </p:nvGrpSpPr>
            <p:grpSpPr>
              <a:xfrm>
                <a:off x="461225" y="3989700"/>
                <a:ext cx="1480800" cy="1110725"/>
                <a:chOff x="461225" y="3249175"/>
                <a:chExt cx="1480800" cy="1110725"/>
              </a:xfrm>
            </p:grpSpPr>
            <p:sp>
              <p:nvSpPr>
                <p:cNvPr id="811" name="Google Shape;811;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2" name="Google Shape;812;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4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5" name="Google Shape;815;p42"/>
              <p:cNvGrpSpPr/>
              <p:nvPr/>
            </p:nvGrpSpPr>
            <p:grpSpPr>
              <a:xfrm>
                <a:off x="831425" y="4360025"/>
                <a:ext cx="1480800" cy="370200"/>
                <a:chOff x="831425" y="3249175"/>
                <a:chExt cx="1480800" cy="370200"/>
              </a:xfrm>
            </p:grpSpPr>
            <p:sp>
              <p:nvSpPr>
                <p:cNvPr id="816" name="Google Shape;81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7" name="Google Shape;81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8" name="Google Shape;81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20" name="Google Shape;820;p4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1" name="Google Shape;821;p42"/>
          <p:cNvSpPr/>
          <p:nvPr>
            <p:ph idx="2" type="pic"/>
          </p:nvPr>
        </p:nvSpPr>
        <p:spPr>
          <a:xfrm>
            <a:off x="1200750" y="984738"/>
            <a:ext cx="1649400" cy="1649400"/>
          </a:xfrm>
          <a:prstGeom prst="ellipse">
            <a:avLst/>
          </a:prstGeom>
          <a:noFill/>
          <a:ln>
            <a:noFill/>
          </a:ln>
        </p:spPr>
      </p:sp>
      <p:sp>
        <p:nvSpPr>
          <p:cNvPr id="822" name="Google Shape;822;p42"/>
          <p:cNvSpPr/>
          <p:nvPr>
            <p:ph idx="3" type="pic"/>
          </p:nvPr>
        </p:nvSpPr>
        <p:spPr>
          <a:xfrm>
            <a:off x="3747300" y="921988"/>
            <a:ext cx="1649400" cy="1649400"/>
          </a:xfrm>
          <a:prstGeom prst="ellipse">
            <a:avLst/>
          </a:prstGeom>
          <a:noFill/>
          <a:ln>
            <a:noFill/>
          </a:ln>
        </p:spPr>
      </p:sp>
      <p:sp>
        <p:nvSpPr>
          <p:cNvPr id="823" name="Google Shape;823;p42"/>
          <p:cNvSpPr/>
          <p:nvPr>
            <p:ph idx="4" type="pic"/>
          </p:nvPr>
        </p:nvSpPr>
        <p:spPr>
          <a:xfrm>
            <a:off x="6080650" y="941438"/>
            <a:ext cx="1649400" cy="1649400"/>
          </a:xfrm>
          <a:prstGeom prst="ellipse">
            <a:avLst/>
          </a:prstGeom>
          <a:noFill/>
          <a:ln>
            <a:noFill/>
          </a:ln>
        </p:spPr>
      </p:sp>
      <p:sp>
        <p:nvSpPr>
          <p:cNvPr id="824" name="Google Shape;824;p42"/>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5" name="Google Shape;825;p42"/>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6" name="Google Shape;826;p42"/>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7" name="Google Shape;827;p42"/>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8" name="Google Shape;828;p42"/>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9" name="Google Shape;829;p42"/>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30" name="Google Shape;830;p42"/>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31" name="Google Shape;831;p4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2" name="Shape 832"/>
        <p:cNvGrpSpPr/>
        <p:nvPr/>
      </p:nvGrpSpPr>
      <p:grpSpPr>
        <a:xfrm>
          <a:off x="0" y="0"/>
          <a:ext cx="0" cy="0"/>
          <a:chOff x="0" y="0"/>
          <a:chExt cx="0" cy="0"/>
        </a:xfrm>
      </p:grpSpPr>
      <p:sp>
        <p:nvSpPr>
          <p:cNvPr id="833" name="Google Shape;833;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34" name="Google Shape;834;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5" name="Shape 835"/>
        <p:cNvGrpSpPr/>
        <p:nvPr/>
      </p:nvGrpSpPr>
      <p:grpSpPr>
        <a:xfrm>
          <a:off x="0" y="0"/>
          <a:ext cx="0" cy="0"/>
          <a:chOff x="0" y="0"/>
          <a:chExt cx="0" cy="0"/>
        </a:xfrm>
      </p:grpSpPr>
      <p:sp>
        <p:nvSpPr>
          <p:cNvPr id="836" name="Google Shape;836;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37" name="Shape 837"/>
        <p:cNvGrpSpPr/>
        <p:nvPr/>
      </p:nvGrpSpPr>
      <p:grpSpPr>
        <a:xfrm>
          <a:off x="0" y="0"/>
          <a:ext cx="0" cy="0"/>
          <a:chOff x="0" y="0"/>
          <a:chExt cx="0" cy="0"/>
        </a:xfrm>
      </p:grpSpPr>
      <p:sp>
        <p:nvSpPr>
          <p:cNvPr id="838" name="Google Shape;83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9" name="Google Shape;839;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40" name="Shape 840"/>
        <p:cNvGrpSpPr/>
        <p:nvPr/>
      </p:nvGrpSpPr>
      <p:grpSpPr>
        <a:xfrm>
          <a:off x="0" y="0"/>
          <a:ext cx="0" cy="0"/>
          <a:chOff x="0" y="0"/>
          <a:chExt cx="0" cy="0"/>
        </a:xfrm>
      </p:grpSpPr>
      <p:sp>
        <p:nvSpPr>
          <p:cNvPr id="841" name="Google Shape;84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2" name="Google Shape;842;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4" name="Shape 844"/>
        <p:cNvGrpSpPr/>
        <p:nvPr/>
      </p:nvGrpSpPr>
      <p:grpSpPr>
        <a:xfrm>
          <a:off x="0" y="0"/>
          <a:ext cx="0" cy="0"/>
          <a:chOff x="0" y="0"/>
          <a:chExt cx="0" cy="0"/>
        </a:xfrm>
      </p:grpSpPr>
      <p:sp>
        <p:nvSpPr>
          <p:cNvPr id="845" name="Google Shape;84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46" name="Shape 846"/>
        <p:cNvGrpSpPr/>
        <p:nvPr/>
      </p:nvGrpSpPr>
      <p:grpSpPr>
        <a:xfrm>
          <a:off x="0" y="0"/>
          <a:ext cx="0" cy="0"/>
          <a:chOff x="0" y="0"/>
          <a:chExt cx="0" cy="0"/>
        </a:xfrm>
      </p:grpSpPr>
      <p:sp>
        <p:nvSpPr>
          <p:cNvPr id="847" name="Google Shape;847;p4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48" name="Google Shape;848;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49" name="Shape 849"/>
        <p:cNvGrpSpPr/>
        <p:nvPr/>
      </p:nvGrpSpPr>
      <p:grpSpPr>
        <a:xfrm>
          <a:off x="0" y="0"/>
          <a:ext cx="0" cy="0"/>
          <a:chOff x="0" y="0"/>
          <a:chExt cx="0" cy="0"/>
        </a:xfrm>
      </p:grpSpPr>
      <p:sp>
        <p:nvSpPr>
          <p:cNvPr id="850" name="Google Shape;850;p4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51" name="Shape 851"/>
        <p:cNvGrpSpPr/>
        <p:nvPr/>
      </p:nvGrpSpPr>
      <p:grpSpPr>
        <a:xfrm>
          <a:off x="0" y="0"/>
          <a:ext cx="0" cy="0"/>
          <a:chOff x="0" y="0"/>
          <a:chExt cx="0" cy="0"/>
        </a:xfrm>
      </p:grpSpPr>
      <p:sp>
        <p:nvSpPr>
          <p:cNvPr id="852" name="Google Shape;852;p5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53" name="Google Shape;853;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4" name="Google Shape;854;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5" name="Shape 855"/>
        <p:cNvGrpSpPr/>
        <p:nvPr/>
      </p:nvGrpSpPr>
      <p:grpSpPr>
        <a:xfrm>
          <a:off x="0" y="0"/>
          <a:ext cx="0" cy="0"/>
          <a:chOff x="0" y="0"/>
          <a:chExt cx="0" cy="0"/>
        </a:xfrm>
      </p:grpSpPr>
      <p:sp>
        <p:nvSpPr>
          <p:cNvPr id="856" name="Google Shape;856;p5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57" name="Shape 8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58" name="Shape 858"/>
        <p:cNvGrpSpPr/>
        <p:nvPr/>
      </p:nvGrpSpPr>
      <p:grpSpPr>
        <a:xfrm>
          <a:off x="0" y="0"/>
          <a:ext cx="0" cy="0"/>
          <a:chOff x="0" y="0"/>
          <a:chExt cx="0" cy="0"/>
        </a:xfrm>
      </p:grpSpPr>
      <p:sp>
        <p:nvSpPr>
          <p:cNvPr id="859" name="Google Shape;859;p5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0" name="Google Shape;860;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1" name="Google Shape;861;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2" name="Google Shape;862;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3" name="Google Shape;863;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4" name="Google Shape;864;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5" name="Google Shape;865;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66" name="Shape 866"/>
        <p:cNvGrpSpPr/>
        <p:nvPr/>
      </p:nvGrpSpPr>
      <p:grpSpPr>
        <a:xfrm>
          <a:off x="0" y="0"/>
          <a:ext cx="0" cy="0"/>
          <a:chOff x="0" y="0"/>
          <a:chExt cx="0" cy="0"/>
        </a:xfrm>
      </p:grpSpPr>
      <p:sp>
        <p:nvSpPr>
          <p:cNvPr id="867" name="Google Shape;86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5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9" name="Google Shape;869;p5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70" name="Shape 870"/>
        <p:cNvGrpSpPr/>
        <p:nvPr/>
      </p:nvGrpSpPr>
      <p:grpSpPr>
        <a:xfrm>
          <a:off x="0" y="0"/>
          <a:ext cx="0" cy="0"/>
          <a:chOff x="0" y="0"/>
          <a:chExt cx="0" cy="0"/>
        </a:xfrm>
      </p:grpSpPr>
      <p:sp>
        <p:nvSpPr>
          <p:cNvPr id="871" name="Google Shape;871;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2" name="Google Shape;872;p5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3" name="Google Shape;873;p5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4" name="Google Shape;874;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75" name="Google Shape;875;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76" name="Shape 876"/>
        <p:cNvGrpSpPr/>
        <p:nvPr/>
      </p:nvGrpSpPr>
      <p:grpSpPr>
        <a:xfrm>
          <a:off x="0" y="0"/>
          <a:ext cx="0" cy="0"/>
          <a:chOff x="0" y="0"/>
          <a:chExt cx="0" cy="0"/>
        </a:xfrm>
      </p:grpSpPr>
      <p:sp>
        <p:nvSpPr>
          <p:cNvPr id="877" name="Google Shape;877;p5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8" name="Google Shape;878;p5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9" name="Google Shape;879;p5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0" name="Google Shape;880;p5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1" name="Google Shape;881;p5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2" name="Google Shape;882;p5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3" name="Google Shape;883;p5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84" name="Shape 884"/>
        <p:cNvGrpSpPr/>
        <p:nvPr/>
      </p:nvGrpSpPr>
      <p:grpSpPr>
        <a:xfrm>
          <a:off x="0" y="0"/>
          <a:ext cx="0" cy="0"/>
          <a:chOff x="0" y="0"/>
          <a:chExt cx="0" cy="0"/>
        </a:xfrm>
      </p:grpSpPr>
      <p:sp>
        <p:nvSpPr>
          <p:cNvPr id="885" name="Google Shape;885;p5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86" name="Google Shape;886;p5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7" name="Google Shape;887;p5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8" name="Google Shape;888;p5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9" name="Google Shape;889;p5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0" name="Google Shape;890;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1" name="Google Shape;891;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2" name="Google Shape;892;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3" name="Google Shape;893;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94" name="Shape 894"/>
        <p:cNvGrpSpPr/>
        <p:nvPr/>
      </p:nvGrpSpPr>
      <p:grpSpPr>
        <a:xfrm>
          <a:off x="0" y="0"/>
          <a:ext cx="0" cy="0"/>
          <a:chOff x="0" y="0"/>
          <a:chExt cx="0" cy="0"/>
        </a:xfrm>
      </p:grpSpPr>
      <p:sp>
        <p:nvSpPr>
          <p:cNvPr id="895" name="Google Shape;89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6" name="Google Shape;896;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97" name="Shape 897"/>
        <p:cNvGrpSpPr/>
        <p:nvPr/>
      </p:nvGrpSpPr>
      <p:grpSpPr>
        <a:xfrm>
          <a:off x="0" y="0"/>
          <a:ext cx="0" cy="0"/>
          <a:chOff x="0" y="0"/>
          <a:chExt cx="0" cy="0"/>
        </a:xfrm>
      </p:grpSpPr>
      <p:sp>
        <p:nvSpPr>
          <p:cNvPr id="898" name="Google Shape;898;p5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99" name="Google Shape;899;p59"/>
          <p:cNvSpPr/>
          <p:nvPr>
            <p:ph idx="2" type="pic"/>
          </p:nvPr>
        </p:nvSpPr>
        <p:spPr>
          <a:xfrm>
            <a:off x="4804825" y="1133300"/>
            <a:ext cx="4027500" cy="2392800"/>
          </a:xfrm>
          <a:prstGeom prst="rect">
            <a:avLst/>
          </a:prstGeom>
          <a:noFill/>
          <a:ln>
            <a:noFill/>
          </a:ln>
        </p:spPr>
      </p:sp>
      <p:sp>
        <p:nvSpPr>
          <p:cNvPr id="900" name="Google Shape;900;p59"/>
          <p:cNvSpPr/>
          <p:nvPr>
            <p:ph idx="3" type="pic"/>
          </p:nvPr>
        </p:nvSpPr>
        <p:spPr>
          <a:xfrm>
            <a:off x="311725" y="1133300"/>
            <a:ext cx="4027500" cy="2392800"/>
          </a:xfrm>
          <a:prstGeom prst="rect">
            <a:avLst/>
          </a:prstGeom>
          <a:noFill/>
          <a:ln>
            <a:noFill/>
          </a:ln>
        </p:spPr>
      </p:sp>
      <p:sp>
        <p:nvSpPr>
          <p:cNvPr id="901" name="Google Shape;901;p5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2" name="Google Shape;90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3" name="Google Shape;903;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04" name="Google Shape;904;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05" name="Shape 905"/>
        <p:cNvGrpSpPr/>
        <p:nvPr/>
      </p:nvGrpSpPr>
      <p:grpSpPr>
        <a:xfrm>
          <a:off x="0" y="0"/>
          <a:ext cx="0" cy="0"/>
          <a:chOff x="0" y="0"/>
          <a:chExt cx="0" cy="0"/>
        </a:xfrm>
      </p:grpSpPr>
      <p:sp>
        <p:nvSpPr>
          <p:cNvPr id="906" name="Google Shape;906;p6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7" name="Google Shape;907;p60"/>
          <p:cNvSpPr/>
          <p:nvPr>
            <p:ph idx="2" type="pic"/>
          </p:nvPr>
        </p:nvSpPr>
        <p:spPr>
          <a:xfrm>
            <a:off x="6205225" y="1128325"/>
            <a:ext cx="2627100" cy="2273100"/>
          </a:xfrm>
          <a:prstGeom prst="rect">
            <a:avLst/>
          </a:prstGeom>
          <a:noFill/>
          <a:ln>
            <a:noFill/>
          </a:ln>
        </p:spPr>
      </p:sp>
      <p:sp>
        <p:nvSpPr>
          <p:cNvPr id="908" name="Google Shape;908;p60"/>
          <p:cNvSpPr/>
          <p:nvPr>
            <p:ph idx="3" type="pic"/>
          </p:nvPr>
        </p:nvSpPr>
        <p:spPr>
          <a:xfrm>
            <a:off x="311725" y="1128325"/>
            <a:ext cx="2627100" cy="2273100"/>
          </a:xfrm>
          <a:prstGeom prst="rect">
            <a:avLst/>
          </a:prstGeom>
          <a:noFill/>
          <a:ln>
            <a:noFill/>
          </a:ln>
        </p:spPr>
      </p:sp>
      <p:sp>
        <p:nvSpPr>
          <p:cNvPr id="909" name="Google Shape;909;p6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0" name="Google Shape;910;p60"/>
          <p:cNvSpPr/>
          <p:nvPr>
            <p:ph idx="5" type="pic"/>
          </p:nvPr>
        </p:nvSpPr>
        <p:spPr>
          <a:xfrm>
            <a:off x="3255250" y="1128325"/>
            <a:ext cx="2627100" cy="2273100"/>
          </a:xfrm>
          <a:prstGeom prst="rect">
            <a:avLst/>
          </a:prstGeom>
          <a:noFill/>
          <a:ln>
            <a:noFill/>
          </a:ln>
        </p:spPr>
      </p:sp>
      <p:sp>
        <p:nvSpPr>
          <p:cNvPr id="911" name="Google Shape;911;p6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2" name="Google Shape;91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13" name="Google Shape;913;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4" name="Google Shape;914;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5" name="Google Shape;915;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16" name="Shape 916"/>
        <p:cNvGrpSpPr/>
        <p:nvPr/>
      </p:nvGrpSpPr>
      <p:grpSpPr>
        <a:xfrm>
          <a:off x="0" y="0"/>
          <a:ext cx="0" cy="0"/>
          <a:chOff x="0" y="0"/>
          <a:chExt cx="0" cy="0"/>
        </a:xfrm>
      </p:grpSpPr>
      <p:sp>
        <p:nvSpPr>
          <p:cNvPr id="917" name="Google Shape;917;p6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18" name="Shape 918"/>
        <p:cNvGrpSpPr/>
        <p:nvPr/>
      </p:nvGrpSpPr>
      <p:grpSpPr>
        <a:xfrm>
          <a:off x="0" y="0"/>
          <a:ext cx="0" cy="0"/>
          <a:chOff x="0" y="0"/>
          <a:chExt cx="0" cy="0"/>
        </a:xfrm>
      </p:grpSpPr>
      <p:sp>
        <p:nvSpPr>
          <p:cNvPr id="919" name="Google Shape;919;p62"/>
          <p:cNvSpPr/>
          <p:nvPr>
            <p:ph idx="2" type="pic"/>
          </p:nvPr>
        </p:nvSpPr>
        <p:spPr>
          <a:xfrm>
            <a:off x="3389600" y="118913"/>
            <a:ext cx="1643700" cy="1535100"/>
          </a:xfrm>
          <a:prstGeom prst="rect">
            <a:avLst/>
          </a:prstGeom>
          <a:noFill/>
          <a:ln>
            <a:noFill/>
          </a:ln>
        </p:spPr>
      </p:sp>
      <p:sp>
        <p:nvSpPr>
          <p:cNvPr id="920" name="Google Shape;920;p62"/>
          <p:cNvSpPr/>
          <p:nvPr>
            <p:ph idx="3" type="pic"/>
          </p:nvPr>
        </p:nvSpPr>
        <p:spPr>
          <a:xfrm>
            <a:off x="5195935" y="118913"/>
            <a:ext cx="1643700" cy="1535100"/>
          </a:xfrm>
          <a:prstGeom prst="rect">
            <a:avLst/>
          </a:prstGeom>
          <a:noFill/>
          <a:ln>
            <a:noFill/>
          </a:ln>
        </p:spPr>
      </p:sp>
      <p:sp>
        <p:nvSpPr>
          <p:cNvPr id="921" name="Google Shape;921;p62"/>
          <p:cNvSpPr/>
          <p:nvPr>
            <p:ph idx="4" type="pic"/>
          </p:nvPr>
        </p:nvSpPr>
        <p:spPr>
          <a:xfrm>
            <a:off x="7002270" y="118913"/>
            <a:ext cx="1643700" cy="1535100"/>
          </a:xfrm>
          <a:prstGeom prst="rect">
            <a:avLst/>
          </a:prstGeom>
          <a:noFill/>
          <a:ln>
            <a:noFill/>
          </a:ln>
        </p:spPr>
      </p:sp>
      <p:sp>
        <p:nvSpPr>
          <p:cNvPr id="922" name="Google Shape;922;p62"/>
          <p:cNvSpPr/>
          <p:nvPr>
            <p:ph idx="5" type="pic"/>
          </p:nvPr>
        </p:nvSpPr>
        <p:spPr>
          <a:xfrm>
            <a:off x="3389588" y="1804212"/>
            <a:ext cx="1643700" cy="1535100"/>
          </a:xfrm>
          <a:prstGeom prst="rect">
            <a:avLst/>
          </a:prstGeom>
          <a:noFill/>
          <a:ln>
            <a:noFill/>
          </a:ln>
        </p:spPr>
      </p:sp>
      <p:sp>
        <p:nvSpPr>
          <p:cNvPr id="923" name="Google Shape;923;p62"/>
          <p:cNvSpPr/>
          <p:nvPr>
            <p:ph idx="6" type="pic"/>
          </p:nvPr>
        </p:nvSpPr>
        <p:spPr>
          <a:xfrm>
            <a:off x="5195922" y="1804212"/>
            <a:ext cx="1643700" cy="1535100"/>
          </a:xfrm>
          <a:prstGeom prst="rect">
            <a:avLst/>
          </a:prstGeom>
          <a:noFill/>
          <a:ln>
            <a:noFill/>
          </a:ln>
        </p:spPr>
      </p:sp>
      <p:sp>
        <p:nvSpPr>
          <p:cNvPr id="924" name="Google Shape;924;p62"/>
          <p:cNvSpPr/>
          <p:nvPr>
            <p:ph idx="7" type="pic"/>
          </p:nvPr>
        </p:nvSpPr>
        <p:spPr>
          <a:xfrm>
            <a:off x="7002257" y="1804212"/>
            <a:ext cx="1643700" cy="1535100"/>
          </a:xfrm>
          <a:prstGeom prst="rect">
            <a:avLst/>
          </a:prstGeom>
          <a:noFill/>
          <a:ln>
            <a:noFill/>
          </a:ln>
        </p:spPr>
      </p:sp>
      <p:sp>
        <p:nvSpPr>
          <p:cNvPr id="925" name="Google Shape;925;p6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6" name="Google Shape;926;p62"/>
          <p:cNvSpPr/>
          <p:nvPr>
            <p:ph idx="8" type="pic"/>
          </p:nvPr>
        </p:nvSpPr>
        <p:spPr>
          <a:xfrm>
            <a:off x="3389588" y="3489487"/>
            <a:ext cx="1643700" cy="1535100"/>
          </a:xfrm>
          <a:prstGeom prst="rect">
            <a:avLst/>
          </a:prstGeom>
          <a:noFill/>
          <a:ln>
            <a:noFill/>
          </a:ln>
        </p:spPr>
      </p:sp>
      <p:sp>
        <p:nvSpPr>
          <p:cNvPr id="927" name="Google Shape;927;p62"/>
          <p:cNvSpPr/>
          <p:nvPr>
            <p:ph idx="9" type="pic"/>
          </p:nvPr>
        </p:nvSpPr>
        <p:spPr>
          <a:xfrm>
            <a:off x="5195922" y="3489487"/>
            <a:ext cx="1643700" cy="1535100"/>
          </a:xfrm>
          <a:prstGeom prst="rect">
            <a:avLst/>
          </a:prstGeom>
          <a:noFill/>
          <a:ln>
            <a:noFill/>
          </a:ln>
        </p:spPr>
      </p:sp>
      <p:sp>
        <p:nvSpPr>
          <p:cNvPr id="928" name="Google Shape;928;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52" name="Google Shape;52;p13"/>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53" name="Google Shape;53;p13"/>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3"/>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Quantitative Finance Research Presentation</a:t>
            </a:r>
            <a:endParaRPr>
              <a:solidFill>
                <a:schemeClr val="dk2"/>
              </a:solidFill>
            </a:endParaRPr>
          </a:p>
        </p:txBody>
      </p:sp>
      <p:sp>
        <p:nvSpPr>
          <p:cNvPr id="934" name="Google Shape;934;p63"/>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Bose Kaikini | Dao Bui</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64"/>
          <p:cNvSpPr/>
          <p:nvPr/>
        </p:nvSpPr>
        <p:spPr>
          <a:xfrm rot="10800000">
            <a:off x="1235525" y="1596250"/>
            <a:ext cx="632425" cy="1261900"/>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940" name="Google Shape;940;p64"/>
          <p:cNvSpPr/>
          <p:nvPr/>
        </p:nvSpPr>
        <p:spPr>
          <a:xfrm>
            <a:off x="1265075" y="2966200"/>
            <a:ext cx="3303000" cy="1261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1" name="Google Shape;941;p64"/>
          <p:cNvSpPr/>
          <p:nvPr/>
        </p:nvSpPr>
        <p:spPr>
          <a:xfrm rot="10800000">
            <a:off x="1235525" y="2966150"/>
            <a:ext cx="632425" cy="1261900"/>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942" name="Google Shape;942;p64"/>
          <p:cNvSpPr/>
          <p:nvPr/>
        </p:nvSpPr>
        <p:spPr>
          <a:xfrm>
            <a:off x="4699363" y="1596250"/>
            <a:ext cx="3303000" cy="1261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3" name="Google Shape;943;p64"/>
          <p:cNvSpPr/>
          <p:nvPr/>
        </p:nvSpPr>
        <p:spPr>
          <a:xfrm rot="10800000">
            <a:off x="4672250" y="1596250"/>
            <a:ext cx="618259" cy="1261900"/>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944" name="Google Shape;944;p64"/>
          <p:cNvSpPr/>
          <p:nvPr/>
        </p:nvSpPr>
        <p:spPr>
          <a:xfrm>
            <a:off x="4699363" y="2966200"/>
            <a:ext cx="3303000" cy="1261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5" name="Google Shape;945;p64"/>
          <p:cNvSpPr/>
          <p:nvPr/>
        </p:nvSpPr>
        <p:spPr>
          <a:xfrm rot="10800000">
            <a:off x="4665150" y="2966150"/>
            <a:ext cx="632425" cy="1261900"/>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946" name="Google Shape;946;p64"/>
          <p:cNvSpPr/>
          <p:nvPr/>
        </p:nvSpPr>
        <p:spPr>
          <a:xfrm>
            <a:off x="1235525" y="1596250"/>
            <a:ext cx="3332400" cy="1261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cxnSp>
        <p:nvCxnSpPr>
          <p:cNvPr id="947" name="Google Shape;947;p64"/>
          <p:cNvCxnSpPr/>
          <p:nvPr/>
        </p:nvCxnSpPr>
        <p:spPr>
          <a:xfrm>
            <a:off x="1865850" y="392700"/>
            <a:ext cx="0" cy="390300"/>
          </a:xfrm>
          <a:prstGeom prst="straightConnector1">
            <a:avLst/>
          </a:prstGeom>
          <a:noFill/>
          <a:ln cap="flat" cmpd="sng" w="19050">
            <a:solidFill>
              <a:schemeClr val="lt2"/>
            </a:solidFill>
            <a:prstDash val="solid"/>
            <a:round/>
            <a:headEnd len="med" w="med" type="none"/>
            <a:tailEnd len="med" w="med" type="none"/>
          </a:ln>
        </p:spPr>
      </p:cxnSp>
      <p:sp>
        <p:nvSpPr>
          <p:cNvPr id="948" name="Google Shape;948;p6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https://arxiv.org/pdf/2406.12908</a:t>
            </a:r>
            <a:endParaRPr/>
          </a:p>
        </p:txBody>
      </p:sp>
      <p:sp>
        <p:nvSpPr>
          <p:cNvPr id="949" name="Google Shape;949;p64"/>
          <p:cNvSpPr txBox="1"/>
          <p:nvPr>
            <p:ph idx="8" type="subTitle"/>
          </p:nvPr>
        </p:nvSpPr>
        <p:spPr>
          <a:xfrm>
            <a:off x="1867950" y="3062125"/>
            <a:ext cx="2394900" cy="3693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600"/>
              </a:spcAft>
              <a:buNone/>
            </a:pPr>
            <a:r>
              <a:rPr lang="en"/>
              <a:t>Methodology</a:t>
            </a:r>
            <a:endParaRPr/>
          </a:p>
        </p:txBody>
      </p:sp>
      <p:sp>
        <p:nvSpPr>
          <p:cNvPr id="950" name="Google Shape;950;p64"/>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Paper Summary</a:t>
            </a:r>
            <a:endParaRPr/>
          </a:p>
        </p:txBody>
      </p:sp>
      <p:sp>
        <p:nvSpPr>
          <p:cNvPr id="951" name="Google Shape;951;p64"/>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were the research questions and conclusions of the 2024 paper?</a:t>
            </a:r>
            <a:endParaRPr/>
          </a:p>
        </p:txBody>
      </p:sp>
      <p:sp>
        <p:nvSpPr>
          <p:cNvPr id="952" name="Google Shape;952;p64"/>
          <p:cNvSpPr txBox="1"/>
          <p:nvPr/>
        </p:nvSpPr>
        <p:spPr>
          <a:xfrm>
            <a:off x="1439363" y="1888300"/>
            <a:ext cx="407400" cy="67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IBM Plex Sans Medium"/>
                <a:ea typeface="IBM Plex Sans Medium"/>
                <a:cs typeface="IBM Plex Sans Medium"/>
                <a:sym typeface="IBM Plex Sans Medium"/>
              </a:rPr>
              <a:t>1</a:t>
            </a:r>
            <a:endParaRPr sz="1800">
              <a:solidFill>
                <a:schemeClr val="lt1"/>
              </a:solidFill>
              <a:latin typeface="IBM Plex Sans Medium"/>
              <a:ea typeface="IBM Plex Sans Medium"/>
              <a:cs typeface="IBM Plex Sans Medium"/>
              <a:sym typeface="IBM Plex Sans Medium"/>
            </a:endParaRPr>
          </a:p>
        </p:txBody>
      </p:sp>
      <p:sp>
        <p:nvSpPr>
          <p:cNvPr id="953" name="Google Shape;953;p64"/>
          <p:cNvSpPr txBox="1"/>
          <p:nvPr/>
        </p:nvSpPr>
        <p:spPr>
          <a:xfrm>
            <a:off x="4869875" y="1888350"/>
            <a:ext cx="407400" cy="67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IBM Plex Sans Medium"/>
                <a:ea typeface="IBM Plex Sans Medium"/>
                <a:cs typeface="IBM Plex Sans Medium"/>
                <a:sym typeface="IBM Plex Sans Medium"/>
              </a:rPr>
              <a:t>2</a:t>
            </a:r>
            <a:endParaRPr sz="1800">
              <a:solidFill>
                <a:schemeClr val="lt1"/>
              </a:solidFill>
              <a:latin typeface="IBM Plex Sans Medium"/>
              <a:ea typeface="IBM Plex Sans Medium"/>
              <a:cs typeface="IBM Plex Sans Medium"/>
              <a:sym typeface="IBM Plex Sans Medium"/>
            </a:endParaRPr>
          </a:p>
        </p:txBody>
      </p:sp>
      <p:sp>
        <p:nvSpPr>
          <p:cNvPr id="954" name="Google Shape;954;p64"/>
          <p:cNvSpPr txBox="1"/>
          <p:nvPr/>
        </p:nvSpPr>
        <p:spPr>
          <a:xfrm>
            <a:off x="1439369" y="3258250"/>
            <a:ext cx="407400" cy="67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IBM Plex Sans Medium"/>
                <a:ea typeface="IBM Plex Sans Medium"/>
                <a:cs typeface="IBM Plex Sans Medium"/>
                <a:sym typeface="IBM Plex Sans Medium"/>
              </a:rPr>
              <a:t>3</a:t>
            </a:r>
            <a:endParaRPr sz="1800">
              <a:solidFill>
                <a:schemeClr val="lt1"/>
              </a:solidFill>
              <a:latin typeface="IBM Plex Sans Medium"/>
              <a:ea typeface="IBM Plex Sans Medium"/>
              <a:cs typeface="IBM Plex Sans Medium"/>
              <a:sym typeface="IBM Plex Sans Medium"/>
            </a:endParaRPr>
          </a:p>
        </p:txBody>
      </p:sp>
      <p:sp>
        <p:nvSpPr>
          <p:cNvPr id="955" name="Google Shape;955;p64"/>
          <p:cNvSpPr txBox="1"/>
          <p:nvPr/>
        </p:nvSpPr>
        <p:spPr>
          <a:xfrm>
            <a:off x="4869881" y="3258250"/>
            <a:ext cx="407400" cy="67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IBM Plex Sans Medium"/>
                <a:ea typeface="IBM Plex Sans Medium"/>
                <a:cs typeface="IBM Plex Sans Medium"/>
                <a:sym typeface="IBM Plex Sans Medium"/>
              </a:rPr>
              <a:t>4</a:t>
            </a:r>
            <a:endParaRPr sz="1800">
              <a:solidFill>
                <a:schemeClr val="lt1"/>
              </a:solidFill>
              <a:latin typeface="IBM Plex Sans Medium"/>
              <a:ea typeface="IBM Plex Sans Medium"/>
              <a:cs typeface="IBM Plex Sans Medium"/>
              <a:sym typeface="IBM Plex Sans Medium"/>
            </a:endParaRPr>
          </a:p>
        </p:txBody>
      </p:sp>
      <p:sp>
        <p:nvSpPr>
          <p:cNvPr id="956" name="Google Shape;956;p64"/>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a:t>
            </a:r>
            <a:endParaRPr/>
          </a:p>
        </p:txBody>
      </p:sp>
      <p:sp>
        <p:nvSpPr>
          <p:cNvPr id="957" name="Google Shape;957;p64"/>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MM-TSFMs had great potential but there was no 3rd-party (no access to dataset) method of systematically rating them for trustworthiness and fragility.</a:t>
            </a:r>
            <a:endParaRPr/>
          </a:p>
        </p:txBody>
      </p:sp>
      <p:sp>
        <p:nvSpPr>
          <p:cNvPr id="958" name="Google Shape;958;p64"/>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 Questions</a:t>
            </a:r>
            <a:endParaRPr/>
          </a:p>
        </p:txBody>
      </p:sp>
      <p:sp>
        <p:nvSpPr>
          <p:cNvPr id="959" name="Google Shape;959;p64"/>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Conclusions</a:t>
            </a:r>
            <a:endParaRPr/>
          </a:p>
        </p:txBody>
      </p:sp>
      <p:sp>
        <p:nvSpPr>
          <p:cNvPr id="960" name="Google Shape;960;p64"/>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Employed some causal </a:t>
            </a:r>
            <a:r>
              <a:rPr lang="en"/>
              <a:t>analysis techniques through specific perturbations to the data to examine impact on the predictions.</a:t>
            </a:r>
            <a:endParaRPr/>
          </a:p>
        </p:txBody>
      </p:sp>
      <p:sp>
        <p:nvSpPr>
          <p:cNvPr id="961" name="Google Shape;961;p64"/>
          <p:cNvSpPr txBox="1"/>
          <p:nvPr>
            <p:ph idx="3" type="body"/>
          </p:nvPr>
        </p:nvSpPr>
        <p:spPr>
          <a:xfrm>
            <a:off x="5297575" y="2035300"/>
            <a:ext cx="2529900" cy="7350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900"/>
              <a:t>To examine whether this multimodal model was more robust than a traditional one, to build a causal analysis framework and measure perturbation impact on forecasting accuracy.</a:t>
            </a:r>
            <a:endParaRPr sz="900"/>
          </a:p>
        </p:txBody>
      </p:sp>
      <p:sp>
        <p:nvSpPr>
          <p:cNvPr id="962" name="Google Shape;962;p64"/>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The rating system works well and certain types of perturbations (namely sentiment) are much more damaging to the time series prediction.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65"/>
          <p:cNvSpPr txBox="1"/>
          <p:nvPr>
            <p:ph type="title"/>
          </p:nvPr>
        </p:nvSpPr>
        <p:spPr>
          <a:xfrm>
            <a:off x="115025" y="502775"/>
            <a:ext cx="1639500" cy="18654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400">
                <a:latin typeface="Work Sans"/>
                <a:ea typeface="Work Sans"/>
                <a:cs typeface="Work Sans"/>
                <a:sym typeface="Work Sans"/>
              </a:rPr>
              <a:t>The Quantum Leap in Banking</a:t>
            </a:r>
            <a:endParaRPr sz="2400">
              <a:latin typeface="Work Sans"/>
              <a:ea typeface="Work Sans"/>
              <a:cs typeface="Work Sans"/>
              <a:sym typeface="Work Sans"/>
            </a:endParaRPr>
          </a:p>
          <a:p>
            <a:pPr indent="0" lvl="0" marL="0" rtl="0" algn="l">
              <a:spcBef>
                <a:spcPts val="0"/>
              </a:spcBef>
              <a:spcAft>
                <a:spcPts val="0"/>
              </a:spcAft>
              <a:buNone/>
            </a:pPr>
            <a:r>
              <a:t/>
            </a:r>
            <a:endParaRPr/>
          </a:p>
        </p:txBody>
      </p:sp>
      <p:sp>
        <p:nvSpPr>
          <p:cNvPr id="968" name="Google Shape;968;p65"/>
          <p:cNvSpPr txBox="1"/>
          <p:nvPr>
            <p:ph idx="1" type="body"/>
          </p:nvPr>
        </p:nvSpPr>
        <p:spPr>
          <a:xfrm>
            <a:off x="4617000" y="137725"/>
            <a:ext cx="4371600" cy="25263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lang="en" sz="1100">
                <a:latin typeface="IBM Plex Sans Medium"/>
                <a:ea typeface="IBM Plex Sans Medium"/>
                <a:cs typeface="IBM Plex Sans Medium"/>
                <a:sym typeface="IBM Plex Sans Medium"/>
              </a:rPr>
              <a:t>Quantum computing is heavily involved with the future of finance, and that future is coming fast. Large banks and companies like HSBC and IBM lead the charge with a number of smaller quantum startups that are actively looking to integrate quantum technologies into portfolio optimization, asset management, and fraud detection. In general, quantum technologies help accelerate the process of complex and time consuming tasks within finance. McKinsey recommends targeted approaches through scalable pilot projects while the technology grows more accurate and integrable. Banks can begin to position themselves for the next wave of quantum computing through building a quantum action plan, collaboration with the quantum community, and small scaled, strategic projects.</a:t>
            </a:r>
            <a:endParaRPr sz="1100">
              <a:latin typeface="Sora Light"/>
              <a:ea typeface="Sora Light"/>
              <a:cs typeface="Sora Light"/>
              <a:sym typeface="Sora Light"/>
            </a:endParaRPr>
          </a:p>
        </p:txBody>
      </p:sp>
      <p:sp>
        <p:nvSpPr>
          <p:cNvPr id="969" name="Google Shape;969;p6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Year/Quarter/Month</a:t>
            </a:r>
            <a:endParaRPr/>
          </a:p>
        </p:txBody>
      </p:sp>
      <p:sp>
        <p:nvSpPr>
          <p:cNvPr id="970" name="Google Shape;970;p6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Company Name</a:t>
            </a:r>
            <a:endParaRPr/>
          </a:p>
        </p:txBody>
      </p:sp>
      <p:sp>
        <p:nvSpPr>
          <p:cNvPr id="971" name="Google Shape;971;p65"/>
          <p:cNvSpPr txBox="1"/>
          <p:nvPr>
            <p:ph idx="1" type="body"/>
          </p:nvPr>
        </p:nvSpPr>
        <p:spPr>
          <a:xfrm>
            <a:off x="1884125" y="228600"/>
            <a:ext cx="2640900" cy="2526300"/>
          </a:xfrm>
          <a:prstGeom prst="rect">
            <a:avLst/>
          </a:prstGeom>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Clr>
                <a:schemeClr val="lt1"/>
              </a:buClr>
              <a:buSzPts val="1200"/>
              <a:buFont typeface="Work Sans"/>
              <a:buChar char="●"/>
            </a:pPr>
            <a:r>
              <a:rPr lang="en" sz="1200">
                <a:latin typeface="Work Sans"/>
                <a:ea typeface="Work Sans"/>
                <a:cs typeface="Work Sans"/>
                <a:sym typeface="Work Sans"/>
              </a:rPr>
              <a:t>McKinsey estimates $400–600 billion in value by 2035 from quantum finance.</a:t>
            </a:r>
            <a:endParaRPr sz="1200">
              <a:latin typeface="Work Sans"/>
              <a:ea typeface="Work Sans"/>
              <a:cs typeface="Work Sans"/>
              <a:sym typeface="Work Sans"/>
            </a:endParaRPr>
          </a:p>
          <a:p>
            <a:pPr indent="-304800" lvl="0" marL="457200" rtl="0" algn="l">
              <a:lnSpc>
                <a:spcPct val="100000"/>
              </a:lnSpc>
              <a:spcBef>
                <a:spcPts val="0"/>
              </a:spcBef>
              <a:spcAft>
                <a:spcPts val="0"/>
              </a:spcAft>
              <a:buClr>
                <a:schemeClr val="lt1"/>
              </a:buClr>
              <a:buSzPts val="1200"/>
              <a:buFont typeface="Work Sans"/>
              <a:buChar char="●"/>
            </a:pPr>
            <a:r>
              <a:rPr lang="en" sz="1200">
                <a:latin typeface="Work Sans"/>
                <a:ea typeface="Work Sans"/>
                <a:cs typeface="Work Sans"/>
                <a:sym typeface="Work Sans"/>
              </a:rPr>
              <a:t>Banks used quantum machine learning to improve fraud detection and churn prediction accuracy</a:t>
            </a:r>
            <a:endParaRPr sz="1200">
              <a:latin typeface="Work Sans"/>
              <a:ea typeface="Work Sans"/>
              <a:cs typeface="Work Sans"/>
              <a:sym typeface="Work Sans"/>
            </a:endParaRPr>
          </a:p>
          <a:p>
            <a:pPr indent="-304800" lvl="0" marL="457200" rtl="0" algn="l">
              <a:lnSpc>
                <a:spcPct val="100000"/>
              </a:lnSpc>
              <a:spcBef>
                <a:spcPts val="0"/>
              </a:spcBef>
              <a:spcAft>
                <a:spcPts val="0"/>
              </a:spcAft>
              <a:buClr>
                <a:schemeClr val="lt1"/>
              </a:buClr>
              <a:buSzPts val="1200"/>
              <a:buFont typeface="Work Sans"/>
              <a:buChar char="●"/>
            </a:pPr>
            <a:r>
              <a:rPr lang="en" sz="1200">
                <a:latin typeface="Work Sans"/>
                <a:ea typeface="Work Sans"/>
                <a:cs typeface="Work Sans"/>
                <a:sym typeface="Work Sans"/>
              </a:rPr>
              <a:t>Citi and Classiq piloted quantum algorithms for portfolio optimization</a:t>
            </a:r>
            <a:endParaRPr sz="1200">
              <a:latin typeface="Work Sans"/>
              <a:ea typeface="Work Sans"/>
              <a:cs typeface="Work Sans"/>
              <a:sym typeface="Work Sans"/>
            </a:endParaRPr>
          </a:p>
          <a:p>
            <a:pPr indent="0" lvl="0" marL="0" rtl="0" algn="l">
              <a:spcBef>
                <a:spcPts val="0"/>
              </a:spcBef>
              <a:spcAft>
                <a:spcPts val="800"/>
              </a:spcAft>
              <a:buNone/>
            </a:pPr>
            <a:r>
              <a:t/>
            </a:r>
            <a:endParaRPr sz="1200">
              <a:latin typeface="IBM Plex Sans Medium"/>
              <a:ea typeface="IBM Plex Sans Medium"/>
              <a:cs typeface="IBM Plex Sans Medium"/>
              <a:sym typeface="IBM Plex Sans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66"/>
          <p:cNvSpPr txBox="1"/>
          <p:nvPr>
            <p:ph idx="16" type="title"/>
          </p:nvPr>
        </p:nvSpPr>
        <p:spPr>
          <a:xfrm>
            <a:off x="93381" y="502775"/>
            <a:ext cx="7178100" cy="646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3000">
                <a:solidFill>
                  <a:schemeClr val="dk1"/>
                </a:solidFill>
                <a:latin typeface="Arimo"/>
                <a:ea typeface="Arimo"/>
                <a:cs typeface="Arimo"/>
                <a:sym typeface="Arimo"/>
              </a:rPr>
              <a:t>ACM ACAIF 2025 Word Cloud</a:t>
            </a:r>
            <a:endParaRPr>
              <a:solidFill>
                <a:schemeClr val="dk1"/>
              </a:solidFill>
            </a:endParaRPr>
          </a:p>
        </p:txBody>
      </p:sp>
      <p:pic>
        <p:nvPicPr>
          <p:cNvPr id="977" name="Google Shape;977;p66"/>
          <p:cNvPicPr preferRelativeResize="0"/>
          <p:nvPr/>
        </p:nvPicPr>
        <p:blipFill>
          <a:blip r:embed="rId3">
            <a:alphaModFix/>
          </a:blip>
          <a:stretch>
            <a:fillRect/>
          </a:stretch>
        </p:blipFill>
        <p:spPr>
          <a:xfrm>
            <a:off x="1621500" y="1304029"/>
            <a:ext cx="6526301" cy="35559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67"/>
          <p:cNvSpPr/>
          <p:nvPr/>
        </p:nvSpPr>
        <p:spPr>
          <a:xfrm rot="-5400000">
            <a:off x="1897551" y="1618189"/>
            <a:ext cx="1158900" cy="2710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latin typeface="Sora"/>
              <a:ea typeface="Sora"/>
              <a:cs typeface="Sora"/>
              <a:sym typeface="Sora"/>
            </a:endParaRPr>
          </a:p>
        </p:txBody>
      </p:sp>
      <p:sp>
        <p:nvSpPr>
          <p:cNvPr id="983" name="Google Shape;983;p67"/>
          <p:cNvSpPr/>
          <p:nvPr/>
        </p:nvSpPr>
        <p:spPr>
          <a:xfrm rot="-5400000">
            <a:off x="4385907" y="1618189"/>
            <a:ext cx="1158900" cy="2710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latin typeface="Sora"/>
              <a:ea typeface="Sora"/>
              <a:cs typeface="Sora"/>
              <a:sym typeface="Sora"/>
            </a:endParaRPr>
          </a:p>
        </p:txBody>
      </p:sp>
      <p:sp>
        <p:nvSpPr>
          <p:cNvPr id="984" name="Google Shape;984;p67"/>
          <p:cNvSpPr/>
          <p:nvPr/>
        </p:nvSpPr>
        <p:spPr>
          <a:xfrm rot="-5400000">
            <a:off x="1897551" y="2783025"/>
            <a:ext cx="1158900" cy="2710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latin typeface="Sora"/>
              <a:ea typeface="Sora"/>
              <a:cs typeface="Sora"/>
              <a:sym typeface="Sora"/>
            </a:endParaRPr>
          </a:p>
        </p:txBody>
      </p:sp>
      <p:sp>
        <p:nvSpPr>
          <p:cNvPr id="985" name="Google Shape;985;p67"/>
          <p:cNvSpPr/>
          <p:nvPr/>
        </p:nvSpPr>
        <p:spPr>
          <a:xfrm rot="-5400000">
            <a:off x="4385907" y="2777212"/>
            <a:ext cx="1158900" cy="2710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latin typeface="Sora"/>
              <a:ea typeface="Sora"/>
              <a:cs typeface="Sora"/>
              <a:sym typeface="Sora"/>
            </a:endParaRPr>
          </a:p>
        </p:txBody>
      </p:sp>
      <p:sp>
        <p:nvSpPr>
          <p:cNvPr id="986" name="Google Shape;986;p67"/>
          <p:cNvSpPr/>
          <p:nvPr/>
        </p:nvSpPr>
        <p:spPr>
          <a:xfrm rot="-5400000">
            <a:off x="1897551" y="453437"/>
            <a:ext cx="1158900" cy="2710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latin typeface="Sora"/>
              <a:ea typeface="Sora"/>
              <a:cs typeface="Sora"/>
              <a:sym typeface="Sora"/>
            </a:endParaRPr>
          </a:p>
        </p:txBody>
      </p:sp>
      <p:sp>
        <p:nvSpPr>
          <p:cNvPr id="987" name="Google Shape;987;p67"/>
          <p:cNvSpPr/>
          <p:nvPr/>
        </p:nvSpPr>
        <p:spPr>
          <a:xfrm rot="-5400000">
            <a:off x="4385907" y="453494"/>
            <a:ext cx="1158900" cy="2710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latin typeface="Sora"/>
              <a:ea typeface="Sora"/>
              <a:cs typeface="Sora"/>
              <a:sym typeface="Sora"/>
            </a:endParaRPr>
          </a:p>
        </p:txBody>
      </p:sp>
      <p:sp>
        <p:nvSpPr>
          <p:cNvPr id="988" name="Google Shape;988;p67"/>
          <p:cNvSpPr/>
          <p:nvPr/>
        </p:nvSpPr>
        <p:spPr>
          <a:xfrm rot="5400000">
            <a:off x="6874232" y="1618122"/>
            <a:ext cx="1158900" cy="2710800"/>
          </a:xfrm>
          <a:prstGeom prst="roundRect">
            <a:avLst>
              <a:gd fmla="val 50000" name="adj"/>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latin typeface="Sora"/>
              <a:ea typeface="Sora"/>
              <a:cs typeface="Sora"/>
              <a:sym typeface="Sora"/>
            </a:endParaRPr>
          </a:p>
        </p:txBody>
      </p:sp>
      <p:sp>
        <p:nvSpPr>
          <p:cNvPr id="989" name="Google Shape;989;p67"/>
          <p:cNvSpPr/>
          <p:nvPr/>
        </p:nvSpPr>
        <p:spPr>
          <a:xfrm rot="5400000">
            <a:off x="6874232" y="2771846"/>
            <a:ext cx="1158900" cy="2710800"/>
          </a:xfrm>
          <a:prstGeom prst="roundRect">
            <a:avLst>
              <a:gd fmla="val 50000" name="adj"/>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latin typeface="Sora"/>
              <a:ea typeface="Sora"/>
              <a:cs typeface="Sora"/>
              <a:sym typeface="Sora"/>
            </a:endParaRPr>
          </a:p>
        </p:txBody>
      </p:sp>
      <p:sp>
        <p:nvSpPr>
          <p:cNvPr id="990" name="Google Shape;990;p67"/>
          <p:cNvSpPr/>
          <p:nvPr/>
        </p:nvSpPr>
        <p:spPr>
          <a:xfrm rot="5400000">
            <a:off x="6874232" y="469458"/>
            <a:ext cx="1158900" cy="2710800"/>
          </a:xfrm>
          <a:prstGeom prst="roundRect">
            <a:avLst>
              <a:gd fmla="val 50000" name="adj"/>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latin typeface="Sora"/>
              <a:ea typeface="Sora"/>
              <a:cs typeface="Sora"/>
              <a:sym typeface="Sora"/>
            </a:endParaRPr>
          </a:p>
        </p:txBody>
      </p:sp>
      <p:sp>
        <p:nvSpPr>
          <p:cNvPr id="991" name="Google Shape;991;p67"/>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Classical</a:t>
            </a:r>
            <a:endParaRPr/>
          </a:p>
        </p:txBody>
      </p:sp>
      <p:sp>
        <p:nvSpPr>
          <p:cNvPr id="992" name="Google Shape;992;p67"/>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Change 2</a:t>
            </a:r>
            <a:endParaRPr/>
          </a:p>
        </p:txBody>
      </p:sp>
      <p:sp>
        <p:nvSpPr>
          <p:cNvPr id="993" name="Google Shape;993;p67"/>
          <p:cNvSpPr txBox="1"/>
          <p:nvPr>
            <p:ph idx="3" type="title"/>
          </p:nvPr>
        </p:nvSpPr>
        <p:spPr>
          <a:xfrm>
            <a:off x="3877025" y="904338"/>
            <a:ext cx="2296500" cy="2976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Quantum</a:t>
            </a:r>
            <a:endParaRPr/>
          </a:p>
        </p:txBody>
      </p:sp>
      <p:sp>
        <p:nvSpPr>
          <p:cNvPr id="994" name="Google Shape;994;p67"/>
          <p:cNvSpPr txBox="1"/>
          <p:nvPr>
            <p:ph idx="4" type="title"/>
          </p:nvPr>
        </p:nvSpPr>
        <p:spPr>
          <a:xfrm>
            <a:off x="6291700" y="904338"/>
            <a:ext cx="2296500" cy="2976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Steps</a:t>
            </a:r>
            <a:endParaRPr/>
          </a:p>
        </p:txBody>
      </p:sp>
      <p:sp>
        <p:nvSpPr>
          <p:cNvPr id="995" name="Google Shape;995;p67"/>
          <p:cNvSpPr txBox="1"/>
          <p:nvPr>
            <p:ph idx="20" type="title"/>
          </p:nvPr>
        </p:nvSpPr>
        <p:spPr>
          <a:xfrm>
            <a:off x="38100" y="319650"/>
            <a:ext cx="4487100" cy="431100"/>
          </a:xfrm>
          <a:prstGeom prst="rect">
            <a:avLst/>
          </a:prstGeom>
        </p:spPr>
        <p:txBody>
          <a:bodyPr anchorCtr="0" anchor="t" bIns="91425" lIns="182875" spcFirstLastPara="1" rIns="91425" wrap="square" tIns="91425">
            <a:spAutoFit/>
          </a:bodyPr>
          <a:lstStyle/>
          <a:p>
            <a:pPr indent="0" lvl="0" marL="0" rtl="0" algn="l">
              <a:spcBef>
                <a:spcPts val="0"/>
              </a:spcBef>
              <a:spcAft>
                <a:spcPts val="0"/>
              </a:spcAft>
              <a:buNone/>
            </a:pPr>
            <a:r>
              <a:rPr lang="en"/>
              <a:t>Quantum Analog of 2024 ViT-numSpec</a:t>
            </a:r>
            <a:endParaRPr/>
          </a:p>
        </p:txBody>
      </p:sp>
      <p:sp>
        <p:nvSpPr>
          <p:cNvPr id="996" name="Google Shape;996;p67"/>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Change 1</a:t>
            </a:r>
            <a:endParaRPr/>
          </a:p>
        </p:txBody>
      </p:sp>
      <p:sp>
        <p:nvSpPr>
          <p:cNvPr id="997" name="Google Shape;997;p67"/>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Change</a:t>
            </a:r>
            <a:r>
              <a:rPr lang="en"/>
              <a:t> 3</a:t>
            </a:r>
            <a:endParaRPr/>
          </a:p>
        </p:txBody>
      </p:sp>
      <p:sp>
        <p:nvSpPr>
          <p:cNvPr id="998" name="Google Shape;998;p67"/>
          <p:cNvSpPr txBox="1"/>
          <p:nvPr>
            <p:ph idx="16" type="title"/>
          </p:nvPr>
        </p:nvSpPr>
        <p:spPr>
          <a:xfrm>
            <a:off x="1328751" y="1346706"/>
            <a:ext cx="2296500" cy="92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1-Dimensional Financial Data (begins the pipeline and feeds into the Spectrogram and Time Series Graph)</a:t>
            </a:r>
            <a:endParaRPr/>
          </a:p>
        </p:txBody>
      </p:sp>
      <p:sp>
        <p:nvSpPr>
          <p:cNvPr id="999" name="Google Shape;999;p67"/>
          <p:cNvSpPr txBox="1"/>
          <p:nvPr>
            <p:ph idx="17" type="title"/>
          </p:nvPr>
        </p:nvSpPr>
        <p:spPr>
          <a:xfrm>
            <a:off x="1328751" y="2511458"/>
            <a:ext cx="2296500" cy="92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Visual and Numerical Data are both weighted in the final causal forecasting model</a:t>
            </a:r>
            <a:endParaRPr/>
          </a:p>
        </p:txBody>
      </p:sp>
      <p:sp>
        <p:nvSpPr>
          <p:cNvPr id="1000" name="Google Shape;1000;p67"/>
          <p:cNvSpPr txBox="1"/>
          <p:nvPr>
            <p:ph idx="18" type="title"/>
          </p:nvPr>
        </p:nvSpPr>
        <p:spPr>
          <a:xfrm>
            <a:off x="1328751" y="3676294"/>
            <a:ext cx="2296500" cy="92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Weights are iteratively calculated</a:t>
            </a:r>
            <a:endParaRPr/>
          </a:p>
        </p:txBody>
      </p:sp>
      <p:sp>
        <p:nvSpPr>
          <p:cNvPr id="1001" name="Google Shape;1001;p67"/>
          <p:cNvSpPr txBox="1"/>
          <p:nvPr>
            <p:ph idx="14" type="title"/>
          </p:nvPr>
        </p:nvSpPr>
        <p:spPr>
          <a:xfrm>
            <a:off x="6373532" y="1369856"/>
            <a:ext cx="2160300" cy="909900"/>
          </a:xfrm>
          <a:prstGeom prst="rect">
            <a:avLst/>
          </a:prstGeom>
        </p:spPr>
        <p:txBody>
          <a:bodyPr anchorCtr="0" anchor="ctr" bIns="91425" lIns="91425" spcFirstLastPara="1" rIns="91425" wrap="square" tIns="91425">
            <a:noAutofit/>
          </a:bodyPr>
          <a:lstStyle/>
          <a:p>
            <a:pPr indent="-120650" lvl="0" marL="114300" rtl="0" algn="l">
              <a:lnSpc>
                <a:spcPct val="100000"/>
              </a:lnSpc>
              <a:spcBef>
                <a:spcPts val="0"/>
              </a:spcBef>
              <a:spcAft>
                <a:spcPts val="0"/>
              </a:spcAft>
              <a:buClr>
                <a:schemeClr val="lt1"/>
              </a:buClr>
              <a:buSzPts val="1000"/>
              <a:buFont typeface="Sora"/>
              <a:buChar char="➔"/>
            </a:pPr>
            <a:r>
              <a:rPr lang="en"/>
              <a:t>Amplitude encoding or related technique to map into some Hilbert space</a:t>
            </a:r>
            <a:endParaRPr/>
          </a:p>
          <a:p>
            <a:pPr indent="-120650" lvl="0" marL="114300" rtl="0" algn="l">
              <a:spcBef>
                <a:spcPts val="0"/>
              </a:spcBef>
              <a:spcAft>
                <a:spcPts val="0"/>
              </a:spcAft>
              <a:buClr>
                <a:schemeClr val="lt1"/>
              </a:buClr>
              <a:buSzPts val="1000"/>
              <a:buFont typeface="Sora"/>
              <a:buChar char="➔"/>
            </a:pPr>
            <a:r>
              <a:rPr lang="en"/>
              <a:t>Deal with perturbations</a:t>
            </a:r>
            <a:endParaRPr/>
          </a:p>
        </p:txBody>
      </p:sp>
      <p:sp>
        <p:nvSpPr>
          <p:cNvPr id="1002" name="Google Shape;1002;p67"/>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https://arxiv.org/pdf/2406.12908</a:t>
            </a:r>
            <a:endParaRPr/>
          </a:p>
        </p:txBody>
      </p:sp>
      <p:sp>
        <p:nvSpPr>
          <p:cNvPr id="1003" name="Google Shape;1003;p67"/>
          <p:cNvSpPr txBox="1"/>
          <p:nvPr>
            <p:ph idx="7" type="title"/>
          </p:nvPr>
        </p:nvSpPr>
        <p:spPr>
          <a:xfrm>
            <a:off x="3885207" y="1353963"/>
            <a:ext cx="2160300" cy="909900"/>
          </a:xfrm>
          <a:prstGeom prst="rect">
            <a:avLst/>
          </a:prstGeom>
        </p:spPr>
        <p:txBody>
          <a:bodyPr anchorCtr="0" anchor="ctr" bIns="91425" lIns="91425" spcFirstLastPara="1" rIns="91425" wrap="square" tIns="91425">
            <a:noAutofit/>
          </a:bodyPr>
          <a:lstStyle/>
          <a:p>
            <a:pPr indent="-120650" lvl="0" marL="114300" rtl="0" algn="l">
              <a:lnSpc>
                <a:spcPct val="100000"/>
              </a:lnSpc>
              <a:spcBef>
                <a:spcPts val="0"/>
              </a:spcBef>
              <a:spcAft>
                <a:spcPts val="0"/>
              </a:spcAft>
              <a:buClr>
                <a:schemeClr val="accent3"/>
              </a:buClr>
              <a:buSzPts val="1000"/>
              <a:buFont typeface="Sora"/>
              <a:buChar char="➔"/>
            </a:pPr>
            <a:r>
              <a:rPr lang="en"/>
              <a:t>More robust model by allowing for superposition (can handle complex relationships)</a:t>
            </a:r>
            <a:endParaRPr/>
          </a:p>
        </p:txBody>
      </p:sp>
      <p:sp>
        <p:nvSpPr>
          <p:cNvPr id="1004" name="Google Shape;1004;p67"/>
          <p:cNvSpPr txBox="1"/>
          <p:nvPr>
            <p:ph idx="7" type="title"/>
          </p:nvPr>
        </p:nvSpPr>
        <p:spPr>
          <a:xfrm>
            <a:off x="3885207" y="2518658"/>
            <a:ext cx="2160300" cy="909900"/>
          </a:xfrm>
          <a:prstGeom prst="rect">
            <a:avLst/>
          </a:prstGeom>
        </p:spPr>
        <p:txBody>
          <a:bodyPr anchorCtr="0" anchor="ctr" bIns="91425" lIns="91425" spcFirstLastPara="1" rIns="91425" wrap="square" tIns="91425">
            <a:noAutofit/>
          </a:bodyPr>
          <a:lstStyle/>
          <a:p>
            <a:pPr indent="-120650" lvl="0" marL="114300" rtl="0" algn="l">
              <a:lnSpc>
                <a:spcPct val="100000"/>
              </a:lnSpc>
              <a:spcBef>
                <a:spcPts val="0"/>
              </a:spcBef>
              <a:spcAft>
                <a:spcPts val="0"/>
              </a:spcAft>
              <a:buClr>
                <a:schemeClr val="accent3"/>
              </a:buClr>
              <a:buSzPts val="1000"/>
              <a:buFont typeface="Sora"/>
              <a:buChar char="➔"/>
            </a:pPr>
            <a:r>
              <a:rPr lang="en"/>
              <a:t>Takes the multimodal model to the next level</a:t>
            </a:r>
            <a:endParaRPr/>
          </a:p>
        </p:txBody>
      </p:sp>
      <p:sp>
        <p:nvSpPr>
          <p:cNvPr id="1005" name="Google Shape;1005;p67"/>
          <p:cNvSpPr txBox="1"/>
          <p:nvPr>
            <p:ph idx="7" type="title"/>
          </p:nvPr>
        </p:nvSpPr>
        <p:spPr>
          <a:xfrm>
            <a:off x="3885207" y="3677681"/>
            <a:ext cx="2160300" cy="909900"/>
          </a:xfrm>
          <a:prstGeom prst="rect">
            <a:avLst/>
          </a:prstGeom>
        </p:spPr>
        <p:txBody>
          <a:bodyPr anchorCtr="0" anchor="ctr" bIns="91425" lIns="91425" spcFirstLastPara="1" rIns="91425" wrap="square" tIns="91425">
            <a:noAutofit/>
          </a:bodyPr>
          <a:lstStyle/>
          <a:p>
            <a:pPr indent="-120650" lvl="0" marL="114300" rtl="0" algn="l">
              <a:lnSpc>
                <a:spcPct val="100000"/>
              </a:lnSpc>
              <a:spcBef>
                <a:spcPts val="0"/>
              </a:spcBef>
              <a:spcAft>
                <a:spcPts val="0"/>
              </a:spcAft>
              <a:buClr>
                <a:schemeClr val="accent3"/>
              </a:buClr>
              <a:buSzPts val="1000"/>
              <a:buFont typeface="Sora"/>
              <a:buChar char="➔"/>
            </a:pPr>
            <a:r>
              <a:rPr lang="en"/>
              <a:t>Speedup through faster computation</a:t>
            </a:r>
            <a:endParaRPr/>
          </a:p>
        </p:txBody>
      </p:sp>
      <p:sp>
        <p:nvSpPr>
          <p:cNvPr id="1006" name="Google Shape;1006;p67"/>
          <p:cNvSpPr txBox="1"/>
          <p:nvPr>
            <p:ph idx="14" type="title"/>
          </p:nvPr>
        </p:nvSpPr>
        <p:spPr>
          <a:xfrm>
            <a:off x="6373532" y="2518520"/>
            <a:ext cx="2160300" cy="909900"/>
          </a:xfrm>
          <a:prstGeom prst="rect">
            <a:avLst/>
          </a:prstGeom>
        </p:spPr>
        <p:txBody>
          <a:bodyPr anchorCtr="0" anchor="ctr" bIns="91425" lIns="91425" spcFirstLastPara="1" rIns="91425" wrap="square" tIns="91425">
            <a:noAutofit/>
          </a:bodyPr>
          <a:lstStyle/>
          <a:p>
            <a:pPr indent="-120650" lvl="0" marL="114300" rtl="0" algn="l">
              <a:lnSpc>
                <a:spcPct val="100000"/>
              </a:lnSpc>
              <a:spcBef>
                <a:spcPts val="0"/>
              </a:spcBef>
              <a:spcAft>
                <a:spcPts val="0"/>
              </a:spcAft>
              <a:buClr>
                <a:schemeClr val="lt1"/>
              </a:buClr>
              <a:buSzPts val="1000"/>
              <a:buFont typeface="Sora"/>
              <a:buChar char="➔"/>
            </a:pPr>
            <a:r>
              <a:rPr lang="en"/>
              <a:t>Entangles the visual and numerical data</a:t>
            </a:r>
            <a:endParaRPr/>
          </a:p>
          <a:p>
            <a:pPr indent="-120650" lvl="0" marL="114300" rtl="0" algn="l">
              <a:spcBef>
                <a:spcPts val="0"/>
              </a:spcBef>
              <a:spcAft>
                <a:spcPts val="0"/>
              </a:spcAft>
              <a:buClr>
                <a:schemeClr val="lt1"/>
              </a:buClr>
              <a:buSzPts val="1000"/>
              <a:buFont typeface="Sora"/>
              <a:buChar char="➔"/>
            </a:pPr>
            <a:r>
              <a:rPr lang="en"/>
              <a:t>Design a custom circuit to enable this fusion method</a:t>
            </a:r>
            <a:endParaRPr/>
          </a:p>
        </p:txBody>
      </p:sp>
      <p:sp>
        <p:nvSpPr>
          <p:cNvPr id="1007" name="Google Shape;1007;p67"/>
          <p:cNvSpPr txBox="1"/>
          <p:nvPr>
            <p:ph idx="14" type="title"/>
          </p:nvPr>
        </p:nvSpPr>
        <p:spPr>
          <a:xfrm>
            <a:off x="6373532" y="3672244"/>
            <a:ext cx="2160300" cy="909900"/>
          </a:xfrm>
          <a:prstGeom prst="rect">
            <a:avLst/>
          </a:prstGeom>
        </p:spPr>
        <p:txBody>
          <a:bodyPr anchorCtr="0" anchor="ctr" bIns="91425" lIns="91425" spcFirstLastPara="1" rIns="91425" wrap="square" tIns="91425">
            <a:noAutofit/>
          </a:bodyPr>
          <a:lstStyle/>
          <a:p>
            <a:pPr indent="-120650" lvl="0" marL="114300" rtl="0" algn="l">
              <a:lnSpc>
                <a:spcPct val="100000"/>
              </a:lnSpc>
              <a:spcBef>
                <a:spcPts val="0"/>
              </a:spcBef>
              <a:spcAft>
                <a:spcPts val="0"/>
              </a:spcAft>
              <a:buClr>
                <a:schemeClr val="lt1"/>
              </a:buClr>
              <a:buSzPts val="1000"/>
              <a:buFont typeface="Sora"/>
              <a:buChar char="➔"/>
            </a:pPr>
            <a:r>
              <a:rPr lang="en"/>
              <a:t>Simultaneous adjustment of </a:t>
            </a:r>
            <a:r>
              <a:rPr lang="en"/>
              <a:t>parameters</a:t>
            </a:r>
            <a:r>
              <a:rPr lang="en"/>
              <a:t> through quantum parallelism</a:t>
            </a:r>
            <a:endParaRPr/>
          </a:p>
          <a:p>
            <a:pPr indent="-120650" lvl="0" marL="114300" rtl="0" algn="l">
              <a:spcBef>
                <a:spcPts val="0"/>
              </a:spcBef>
              <a:spcAft>
                <a:spcPts val="0"/>
              </a:spcAft>
              <a:buClr>
                <a:schemeClr val="lt1"/>
              </a:buClr>
              <a:buSzPts val="1000"/>
              <a:buFont typeface="Sora"/>
              <a:buChar char="➔"/>
            </a:pPr>
            <a:r>
              <a:rPr lang="en"/>
              <a:t>Qubit errors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68"/>
          <p:cNvSpPr txBox="1"/>
          <p:nvPr>
            <p:ph idx="1" type="body"/>
          </p:nvPr>
        </p:nvSpPr>
        <p:spPr>
          <a:xfrm>
            <a:off x="54525" y="1139400"/>
            <a:ext cx="3907200" cy="2864700"/>
          </a:xfrm>
          <a:prstGeom prst="rect">
            <a:avLst/>
          </a:prstGeom>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Clr>
                <a:schemeClr val="lt1"/>
              </a:buClr>
              <a:buSzPts val="1200"/>
              <a:buFont typeface="Work Sans"/>
              <a:buChar char="●"/>
            </a:pPr>
            <a:r>
              <a:rPr lang="en" sz="1200">
                <a:latin typeface="Work Sans"/>
                <a:ea typeface="Work Sans"/>
                <a:cs typeface="Work Sans"/>
                <a:sym typeface="Work Sans"/>
              </a:rPr>
              <a:t>Quantum Portfolio Optimization – Uses quantum algorithms to solve complex asset allocation problems faster than classical methods. </a:t>
            </a:r>
            <a:endParaRPr sz="1200">
              <a:latin typeface="Work Sans"/>
              <a:ea typeface="Work Sans"/>
              <a:cs typeface="Work Sans"/>
              <a:sym typeface="Work Sans"/>
            </a:endParaRPr>
          </a:p>
          <a:p>
            <a:pPr indent="-304800" lvl="0" marL="457200" rtl="0" algn="l">
              <a:lnSpc>
                <a:spcPct val="100000"/>
              </a:lnSpc>
              <a:spcBef>
                <a:spcPts val="0"/>
              </a:spcBef>
              <a:spcAft>
                <a:spcPts val="0"/>
              </a:spcAft>
              <a:buClr>
                <a:schemeClr val="lt1"/>
              </a:buClr>
              <a:buSzPts val="1200"/>
              <a:buFont typeface="Work Sans"/>
              <a:buChar char="●"/>
            </a:pPr>
            <a:r>
              <a:rPr lang="en" sz="1200">
                <a:latin typeface="Work Sans"/>
                <a:ea typeface="Work Sans"/>
                <a:cs typeface="Work Sans"/>
                <a:sym typeface="Work Sans"/>
              </a:rPr>
              <a:t>GNN Anomaly/Arbitrage Detection Model – Applies graph neural networks to detect abnormal volatility and momentum patterns across interconnected assets. </a:t>
            </a:r>
            <a:endParaRPr sz="1200">
              <a:latin typeface="Work Sans"/>
              <a:ea typeface="Work Sans"/>
              <a:cs typeface="Work Sans"/>
              <a:sym typeface="Work Sans"/>
            </a:endParaRPr>
          </a:p>
          <a:p>
            <a:pPr indent="-304800" lvl="0" marL="457200" rtl="0" algn="l">
              <a:lnSpc>
                <a:spcPct val="100000"/>
              </a:lnSpc>
              <a:spcBef>
                <a:spcPts val="0"/>
              </a:spcBef>
              <a:spcAft>
                <a:spcPts val="0"/>
              </a:spcAft>
              <a:buClr>
                <a:schemeClr val="lt1"/>
              </a:buClr>
              <a:buSzPts val="1200"/>
              <a:buFont typeface="Work Sans"/>
              <a:buChar char="●"/>
            </a:pPr>
            <a:r>
              <a:rPr lang="en" sz="1200">
                <a:latin typeface="Work Sans"/>
                <a:ea typeface="Work Sans"/>
                <a:cs typeface="Work Sans"/>
                <a:sym typeface="Work Sans"/>
              </a:rPr>
              <a:t>Quantum Superposition Monte Carlo Speedup – Leverages quantum superposition to accelerate Monte Carlo simulations for pricing and risk analysis. </a:t>
            </a:r>
            <a:endParaRPr sz="1200">
              <a:latin typeface="Work Sans"/>
              <a:ea typeface="Work Sans"/>
              <a:cs typeface="Work Sans"/>
              <a:sym typeface="Work Sans"/>
            </a:endParaRPr>
          </a:p>
          <a:p>
            <a:pPr indent="-304800" lvl="0" marL="457200" rtl="0" algn="l">
              <a:lnSpc>
                <a:spcPct val="100000"/>
              </a:lnSpc>
              <a:spcBef>
                <a:spcPts val="0"/>
              </a:spcBef>
              <a:spcAft>
                <a:spcPts val="0"/>
              </a:spcAft>
              <a:buClr>
                <a:schemeClr val="lt1"/>
              </a:buClr>
              <a:buSzPts val="1200"/>
              <a:buFont typeface="Work Sans"/>
              <a:buChar char="●"/>
            </a:pPr>
            <a:r>
              <a:rPr lang="en" sz="1200">
                <a:latin typeface="Work Sans"/>
                <a:ea typeface="Work Sans"/>
                <a:cs typeface="Work Sans"/>
                <a:sym typeface="Work Sans"/>
              </a:rPr>
              <a:t>Quantum Markov Chain – Models probabilistic market state transitions using quantum-enhanced Markov processes. </a:t>
            </a:r>
            <a:endParaRPr sz="1200">
              <a:latin typeface="Work Sans"/>
              <a:ea typeface="Work Sans"/>
              <a:cs typeface="Work Sans"/>
              <a:sym typeface="Work Sans"/>
            </a:endParaRPr>
          </a:p>
          <a:p>
            <a:pPr indent="0" lvl="0" marL="0" rtl="0" algn="l">
              <a:spcBef>
                <a:spcPts val="0"/>
              </a:spcBef>
              <a:spcAft>
                <a:spcPts val="800"/>
              </a:spcAft>
              <a:buNone/>
            </a:pPr>
            <a:r>
              <a:t/>
            </a:r>
            <a:endParaRPr sz="900">
              <a:latin typeface="IBM Plex Sans Medium"/>
              <a:ea typeface="IBM Plex Sans Medium"/>
              <a:cs typeface="IBM Plex Sans Medium"/>
              <a:sym typeface="IBM Plex Sans Medium"/>
            </a:endParaRPr>
          </a:p>
        </p:txBody>
      </p:sp>
      <p:sp>
        <p:nvSpPr>
          <p:cNvPr id="1013" name="Google Shape;1013;p68"/>
          <p:cNvSpPr txBox="1"/>
          <p:nvPr>
            <p:ph idx="3" type="body"/>
          </p:nvPr>
        </p:nvSpPr>
        <p:spPr>
          <a:xfrm>
            <a:off x="4388200" y="1139400"/>
            <a:ext cx="4101000" cy="2864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latin typeface="Work Sans"/>
              <a:ea typeface="Work Sans"/>
              <a:cs typeface="Work Sans"/>
              <a:sym typeface="Work Sans"/>
            </a:endParaRPr>
          </a:p>
          <a:p>
            <a:pPr indent="-323850" lvl="0" marL="457200" rtl="0" algn="l">
              <a:lnSpc>
                <a:spcPct val="100000"/>
              </a:lnSpc>
              <a:spcBef>
                <a:spcPts val="0"/>
              </a:spcBef>
              <a:spcAft>
                <a:spcPts val="0"/>
              </a:spcAft>
              <a:buClr>
                <a:schemeClr val="lt1"/>
              </a:buClr>
              <a:buSzPts val="1500"/>
              <a:buFont typeface="Work Sans"/>
              <a:buChar char="●"/>
            </a:pPr>
            <a:r>
              <a:rPr lang="en" sz="1500">
                <a:latin typeface="Work Sans"/>
                <a:ea typeface="Work Sans"/>
                <a:cs typeface="Work Sans"/>
                <a:sym typeface="Work Sans"/>
              </a:rPr>
              <a:t>We’d also want to discuss specifics such as: meeting times, time commitment (hrs/wk), deadlines, presentations, connections, compensation, publications, and anything that may aid us in our research careers.</a:t>
            </a:r>
            <a:endParaRPr sz="1500">
              <a:latin typeface="Work Sans"/>
              <a:ea typeface="Work Sans"/>
              <a:cs typeface="Work Sans"/>
              <a:sym typeface="Work Sans"/>
            </a:endParaRPr>
          </a:p>
          <a:p>
            <a:pPr indent="-323850" lvl="0" marL="457200" rtl="0" algn="l">
              <a:lnSpc>
                <a:spcPct val="100000"/>
              </a:lnSpc>
              <a:spcBef>
                <a:spcPts val="0"/>
              </a:spcBef>
              <a:spcAft>
                <a:spcPts val="0"/>
              </a:spcAft>
              <a:buClr>
                <a:schemeClr val="lt1"/>
              </a:buClr>
              <a:buSzPts val="1500"/>
              <a:buFont typeface="Work Sans"/>
              <a:buChar char="●"/>
            </a:pPr>
            <a:r>
              <a:rPr lang="en" sz="1500">
                <a:latin typeface="Work Sans"/>
                <a:ea typeface="Work Sans"/>
                <a:cs typeface="Work Sans"/>
                <a:sym typeface="Work Sans"/>
              </a:rPr>
              <a:t>We’d also like to express our excitement for working in this field with you on any of these topics or any other idea/application of your KMC methods in the finance space. </a:t>
            </a:r>
            <a:endParaRPr sz="1500">
              <a:latin typeface="Work Sans"/>
              <a:ea typeface="Work Sans"/>
              <a:cs typeface="Work Sans"/>
              <a:sym typeface="Work Sans"/>
            </a:endParaRPr>
          </a:p>
          <a:p>
            <a:pPr indent="0" lvl="0" marL="457200" rtl="0" algn="l">
              <a:lnSpc>
                <a:spcPct val="100000"/>
              </a:lnSpc>
              <a:spcBef>
                <a:spcPts val="0"/>
              </a:spcBef>
              <a:spcAft>
                <a:spcPts val="0"/>
              </a:spcAft>
              <a:buNone/>
            </a:pPr>
            <a:r>
              <a:t/>
            </a:r>
            <a:endParaRPr>
              <a:latin typeface="Work Sans"/>
              <a:ea typeface="Work Sans"/>
              <a:cs typeface="Work Sans"/>
              <a:sym typeface="Work Sans"/>
            </a:endParaRPr>
          </a:p>
          <a:p>
            <a:pPr indent="0" lvl="0" marL="0" rtl="0" algn="l">
              <a:lnSpc>
                <a:spcPct val="100000"/>
              </a:lnSpc>
              <a:spcBef>
                <a:spcPts val="0"/>
              </a:spcBef>
              <a:spcAft>
                <a:spcPts val="0"/>
              </a:spcAft>
              <a:buNone/>
            </a:pPr>
            <a:r>
              <a:t/>
            </a:r>
            <a:endParaRPr sz="1100">
              <a:latin typeface="Sora Medium"/>
              <a:ea typeface="Sora Medium"/>
              <a:cs typeface="Sora Medium"/>
              <a:sym typeface="Sora Medium"/>
            </a:endParaRPr>
          </a:p>
        </p:txBody>
      </p:sp>
      <p:sp>
        <p:nvSpPr>
          <p:cNvPr id="1014" name="Google Shape;1014;p68"/>
          <p:cNvSpPr txBox="1"/>
          <p:nvPr>
            <p:ph idx="4" type="title"/>
          </p:nvPr>
        </p:nvSpPr>
        <p:spPr>
          <a:xfrm>
            <a:off x="115025" y="502775"/>
            <a:ext cx="5125500" cy="9789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400">
                <a:latin typeface="Work Sans"/>
                <a:ea typeface="Work Sans"/>
                <a:cs typeface="Work Sans"/>
                <a:sym typeface="Work Sans"/>
              </a:rPr>
              <a:t>Areas of Interest &amp; Next Steps</a:t>
            </a:r>
            <a:endParaRPr sz="2400">
              <a:latin typeface="Work Sans"/>
              <a:ea typeface="Work Sans"/>
              <a:cs typeface="Work Sans"/>
              <a:sym typeface="Work Sans"/>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