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Space Grotesk Light"/>
      <p:regular r:id="rId12"/>
      <p:bold r:id="rId13"/>
    </p:embeddedFont>
    <p:embeddedFont>
      <p:font typeface="Space Grotesk Medium"/>
      <p:regular r:id="rId14"/>
      <p:bold r:id="rId15"/>
    </p:embeddedFont>
    <p:embeddedFont>
      <p:font typeface="Space Grotesk"/>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SpaceGroteskLight-bold.fntdata"/><Relationship Id="rId12" Type="http://schemas.openxmlformats.org/officeDocument/2006/relationships/font" Target="fonts/SpaceGroteskLight-regular.fntdata"/><Relationship Id="rId15" Type="http://schemas.openxmlformats.org/officeDocument/2006/relationships/font" Target="fonts/SpaceGroteskMedium-bold.fntdata"/><Relationship Id="rId14" Type="http://schemas.openxmlformats.org/officeDocument/2006/relationships/font" Target="fonts/SpaceGroteskMedium-regular.fntdata"/><Relationship Id="rId17" Type="http://schemas.openxmlformats.org/officeDocument/2006/relationships/font" Target="fonts/SpaceGrotesk-bold.fntdata"/><Relationship Id="rId16" Type="http://schemas.openxmlformats.org/officeDocument/2006/relationships/font" Target="fonts/SpaceGrotesk-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86cb23a5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86cb23a5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86cb23a5ae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86cb23a5ae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86cb23a5ae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86cb23a5ae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86cb23a5ae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86cb23a5ae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86cb23a5ae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86cb23a5ae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TITLE_1_2">
    <p:bg>
      <p:bgPr>
        <a:solidFill>
          <a:schemeClr val="dk1"/>
        </a:solidFill>
      </p:bgPr>
    </p:bg>
    <p:spTree>
      <p:nvGrpSpPr>
        <p:cNvPr id="54" name="Shape 54"/>
        <p:cNvGrpSpPr/>
        <p:nvPr/>
      </p:nvGrpSpPr>
      <p:grpSpPr>
        <a:xfrm>
          <a:off x="0" y="0"/>
          <a:ext cx="0" cy="0"/>
          <a:chOff x="0" y="0"/>
          <a:chExt cx="0" cy="0"/>
        </a:xfrm>
      </p:grpSpPr>
      <p:sp>
        <p:nvSpPr>
          <p:cNvPr id="55" name="Google Shape;55;p14"/>
          <p:cNvSpPr txBox="1"/>
          <p:nvPr>
            <p:ph type="title"/>
          </p:nvPr>
        </p:nvSpPr>
        <p:spPr>
          <a:xfrm>
            <a:off x="716836" y="2603560"/>
            <a:ext cx="7775700" cy="865200"/>
          </a:xfrm>
          <a:prstGeom prst="rect">
            <a:avLst/>
          </a:prstGeom>
        </p:spPr>
        <p:txBody>
          <a:bodyPr anchorCtr="0" anchor="ctr" bIns="0" lIns="0" spcFirstLastPara="1" rIns="0" wrap="square" tIns="0">
            <a:noAutofit/>
          </a:bodyPr>
          <a:lstStyle>
            <a:lvl1pPr lvl="0">
              <a:lnSpc>
                <a:spcPct val="80000"/>
              </a:lnSpc>
              <a:spcBef>
                <a:spcPts val="0"/>
              </a:spcBef>
              <a:spcAft>
                <a:spcPts val="0"/>
              </a:spcAft>
              <a:buSzPts val="3500"/>
              <a:buFont typeface="Space Grotesk"/>
              <a:buNone/>
              <a:defRPr sz="3500">
                <a:highlight>
                  <a:schemeClr val="accent2"/>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2pPr>
            <a:lvl3pPr lvl="2">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3pPr>
            <a:lvl4pPr lvl="3">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4pPr>
            <a:lvl5pPr lvl="4">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5pPr>
            <a:lvl6pPr lvl="5">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6pPr>
            <a:lvl7pPr lvl="6">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7pPr>
            <a:lvl8pPr lvl="7">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8pPr>
            <a:lvl9pPr lvl="8">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9pPr>
          </a:lstStyle>
          <a:p/>
        </p:txBody>
      </p:sp>
      <p:sp>
        <p:nvSpPr>
          <p:cNvPr id="56" name="Google Shape;56;p14"/>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lvl1pPr lvl="0">
              <a:lnSpc>
                <a:spcPct val="80000"/>
              </a:lnSpc>
              <a:spcBef>
                <a:spcPts val="0"/>
              </a:spcBef>
              <a:spcAft>
                <a:spcPts val="0"/>
              </a:spcAft>
              <a:buClr>
                <a:schemeClr val="lt2"/>
              </a:buClr>
              <a:buSzPts val="1500"/>
              <a:buFont typeface="Space Grotesk Medium"/>
              <a:buNone/>
              <a:defRPr sz="1500">
                <a:solidFill>
                  <a:schemeClr val="lt2"/>
                </a:solidFill>
              </a:defRPr>
            </a:lvl1pPr>
            <a:lvl2pPr lvl="1">
              <a:spcBef>
                <a:spcPts val="0"/>
              </a:spcBef>
              <a:spcAft>
                <a:spcPts val="0"/>
              </a:spcAft>
              <a:buClr>
                <a:schemeClr val="lt2"/>
              </a:buClr>
              <a:buSzPts val="1500"/>
              <a:buFont typeface="Space Grotesk Medium"/>
              <a:buNone/>
              <a:defRPr sz="1500">
                <a:solidFill>
                  <a:schemeClr val="lt2"/>
                </a:solidFill>
              </a:defRPr>
            </a:lvl2pPr>
            <a:lvl3pPr lvl="2">
              <a:spcBef>
                <a:spcPts val="0"/>
              </a:spcBef>
              <a:spcAft>
                <a:spcPts val="0"/>
              </a:spcAft>
              <a:buClr>
                <a:schemeClr val="lt2"/>
              </a:buClr>
              <a:buSzPts val="1500"/>
              <a:buFont typeface="Space Grotesk Medium"/>
              <a:buNone/>
              <a:defRPr sz="1500">
                <a:solidFill>
                  <a:schemeClr val="lt2"/>
                </a:solidFill>
              </a:defRPr>
            </a:lvl3pPr>
            <a:lvl4pPr lvl="3">
              <a:spcBef>
                <a:spcPts val="0"/>
              </a:spcBef>
              <a:spcAft>
                <a:spcPts val="0"/>
              </a:spcAft>
              <a:buClr>
                <a:schemeClr val="lt2"/>
              </a:buClr>
              <a:buSzPts val="1500"/>
              <a:buFont typeface="Space Grotesk Medium"/>
              <a:buNone/>
              <a:defRPr sz="1500">
                <a:solidFill>
                  <a:schemeClr val="lt2"/>
                </a:solidFill>
              </a:defRPr>
            </a:lvl4pPr>
            <a:lvl5pPr lvl="4">
              <a:spcBef>
                <a:spcPts val="0"/>
              </a:spcBef>
              <a:spcAft>
                <a:spcPts val="0"/>
              </a:spcAft>
              <a:buClr>
                <a:schemeClr val="lt2"/>
              </a:buClr>
              <a:buSzPts val="1500"/>
              <a:buFont typeface="Space Grotesk Medium"/>
              <a:buNone/>
              <a:defRPr sz="1500">
                <a:solidFill>
                  <a:schemeClr val="lt2"/>
                </a:solidFill>
              </a:defRPr>
            </a:lvl5pPr>
            <a:lvl6pPr lvl="5">
              <a:spcBef>
                <a:spcPts val="0"/>
              </a:spcBef>
              <a:spcAft>
                <a:spcPts val="0"/>
              </a:spcAft>
              <a:buClr>
                <a:schemeClr val="lt2"/>
              </a:buClr>
              <a:buSzPts val="1500"/>
              <a:buFont typeface="Space Grotesk Medium"/>
              <a:buNone/>
              <a:defRPr sz="1500">
                <a:solidFill>
                  <a:schemeClr val="lt2"/>
                </a:solidFill>
              </a:defRPr>
            </a:lvl6pPr>
            <a:lvl7pPr lvl="6">
              <a:spcBef>
                <a:spcPts val="0"/>
              </a:spcBef>
              <a:spcAft>
                <a:spcPts val="0"/>
              </a:spcAft>
              <a:buClr>
                <a:schemeClr val="lt2"/>
              </a:buClr>
              <a:buSzPts val="1500"/>
              <a:buFont typeface="Space Grotesk Medium"/>
              <a:buNone/>
              <a:defRPr sz="1500">
                <a:solidFill>
                  <a:schemeClr val="lt2"/>
                </a:solidFill>
              </a:defRPr>
            </a:lvl7pPr>
            <a:lvl8pPr lvl="7">
              <a:spcBef>
                <a:spcPts val="0"/>
              </a:spcBef>
              <a:spcAft>
                <a:spcPts val="0"/>
              </a:spcAft>
              <a:buClr>
                <a:schemeClr val="lt2"/>
              </a:buClr>
              <a:buSzPts val="1500"/>
              <a:buFont typeface="Space Grotesk Medium"/>
              <a:buNone/>
              <a:defRPr sz="1500">
                <a:solidFill>
                  <a:schemeClr val="lt2"/>
                </a:solidFill>
              </a:defRPr>
            </a:lvl8pPr>
            <a:lvl9pPr lvl="8">
              <a:spcBef>
                <a:spcPts val="0"/>
              </a:spcBef>
              <a:spcAft>
                <a:spcPts val="0"/>
              </a:spcAft>
              <a:buClr>
                <a:schemeClr val="lt2"/>
              </a:buClr>
              <a:buSzPts val="1500"/>
              <a:buFont typeface="Space Grotesk Medium"/>
              <a:buNone/>
              <a:defRPr sz="1500">
                <a:solidFill>
                  <a:schemeClr val="lt2"/>
                </a:solidFill>
              </a:defRPr>
            </a:lvl9pPr>
          </a:lstStyle>
          <a:p/>
        </p:txBody>
      </p:sp>
      <p:sp>
        <p:nvSpPr>
          <p:cNvPr id="57" name="Google Shape;57;p14"/>
          <p:cNvSpPr txBox="1"/>
          <p:nvPr>
            <p:ph idx="3" type="title"/>
          </p:nvPr>
        </p:nvSpPr>
        <p:spPr>
          <a:xfrm>
            <a:off x="716836" y="3459250"/>
            <a:ext cx="7673400" cy="6783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2pPr>
            <a:lvl3pPr lvl="2">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3pPr>
            <a:lvl4pPr lvl="3">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4pPr>
            <a:lvl5pPr lvl="4">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5pPr>
            <a:lvl6pPr lvl="5">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6pPr>
            <a:lvl7pPr lvl="6">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7pPr>
            <a:lvl8pPr lvl="7">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8pPr>
            <a:lvl9pPr lvl="8">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9pPr>
          </a:lstStyle>
          <a:p/>
        </p:txBody>
      </p:sp>
      <p:sp>
        <p:nvSpPr>
          <p:cNvPr id="58" name="Google Shape;58;p14"/>
          <p:cNvSpPr txBox="1"/>
          <p:nvPr>
            <p:ph idx="4" type="title"/>
          </p:nvPr>
        </p:nvSpPr>
        <p:spPr>
          <a:xfrm>
            <a:off x="699978" y="734269"/>
            <a:ext cx="4299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lt2"/>
              </a:buClr>
              <a:buSzPts val="2800"/>
              <a:buNone/>
              <a:defRPr sz="7700">
                <a:solidFill>
                  <a:schemeClr val="lt2"/>
                </a:solidFill>
                <a:latin typeface="Space Grotesk"/>
                <a:ea typeface="Space Grotesk"/>
                <a:cs typeface="Space Grotesk"/>
                <a:sym typeface="Space Grotesk"/>
              </a:defRPr>
            </a:lvl1pPr>
            <a:lvl2pPr lvl="1">
              <a:lnSpc>
                <a:spcPct val="115000"/>
              </a:lnSpc>
              <a:spcBef>
                <a:spcPts val="0"/>
              </a:spcBef>
              <a:spcAft>
                <a:spcPts val="0"/>
              </a:spcAft>
              <a:buClr>
                <a:schemeClr val="lt2"/>
              </a:buClr>
              <a:buSzPts val="2800"/>
              <a:buNone/>
              <a:defRPr sz="3900">
                <a:solidFill>
                  <a:schemeClr val="lt2"/>
                </a:solidFill>
                <a:highlight>
                  <a:schemeClr val="accent5"/>
                </a:highlight>
              </a:defRPr>
            </a:lvl2pPr>
            <a:lvl3pPr lvl="2">
              <a:lnSpc>
                <a:spcPct val="115000"/>
              </a:lnSpc>
              <a:spcBef>
                <a:spcPts val="0"/>
              </a:spcBef>
              <a:spcAft>
                <a:spcPts val="0"/>
              </a:spcAft>
              <a:buClr>
                <a:schemeClr val="lt2"/>
              </a:buClr>
              <a:buSzPts val="2800"/>
              <a:buNone/>
              <a:defRPr sz="3900">
                <a:solidFill>
                  <a:schemeClr val="lt2"/>
                </a:solidFill>
                <a:highlight>
                  <a:schemeClr val="accent5"/>
                </a:highlight>
              </a:defRPr>
            </a:lvl3pPr>
            <a:lvl4pPr lvl="3">
              <a:lnSpc>
                <a:spcPct val="115000"/>
              </a:lnSpc>
              <a:spcBef>
                <a:spcPts val="0"/>
              </a:spcBef>
              <a:spcAft>
                <a:spcPts val="0"/>
              </a:spcAft>
              <a:buClr>
                <a:schemeClr val="lt2"/>
              </a:buClr>
              <a:buSzPts val="2800"/>
              <a:buNone/>
              <a:defRPr sz="3900">
                <a:solidFill>
                  <a:schemeClr val="lt2"/>
                </a:solidFill>
                <a:highlight>
                  <a:schemeClr val="accent5"/>
                </a:highlight>
              </a:defRPr>
            </a:lvl4pPr>
            <a:lvl5pPr lvl="4">
              <a:lnSpc>
                <a:spcPct val="115000"/>
              </a:lnSpc>
              <a:spcBef>
                <a:spcPts val="0"/>
              </a:spcBef>
              <a:spcAft>
                <a:spcPts val="0"/>
              </a:spcAft>
              <a:buClr>
                <a:schemeClr val="lt2"/>
              </a:buClr>
              <a:buSzPts val="2800"/>
              <a:buNone/>
              <a:defRPr sz="3900">
                <a:solidFill>
                  <a:schemeClr val="lt2"/>
                </a:solidFill>
                <a:highlight>
                  <a:schemeClr val="accent5"/>
                </a:highlight>
              </a:defRPr>
            </a:lvl5pPr>
            <a:lvl6pPr lvl="5">
              <a:lnSpc>
                <a:spcPct val="115000"/>
              </a:lnSpc>
              <a:spcBef>
                <a:spcPts val="0"/>
              </a:spcBef>
              <a:spcAft>
                <a:spcPts val="0"/>
              </a:spcAft>
              <a:buClr>
                <a:schemeClr val="lt2"/>
              </a:buClr>
              <a:buSzPts val="2800"/>
              <a:buNone/>
              <a:defRPr sz="3900">
                <a:solidFill>
                  <a:schemeClr val="lt2"/>
                </a:solidFill>
                <a:highlight>
                  <a:schemeClr val="accent5"/>
                </a:highlight>
              </a:defRPr>
            </a:lvl6pPr>
            <a:lvl7pPr lvl="6">
              <a:lnSpc>
                <a:spcPct val="115000"/>
              </a:lnSpc>
              <a:spcBef>
                <a:spcPts val="0"/>
              </a:spcBef>
              <a:spcAft>
                <a:spcPts val="0"/>
              </a:spcAft>
              <a:buClr>
                <a:schemeClr val="lt2"/>
              </a:buClr>
              <a:buSzPts val="2800"/>
              <a:buNone/>
              <a:defRPr sz="3900">
                <a:solidFill>
                  <a:schemeClr val="lt2"/>
                </a:solidFill>
                <a:highlight>
                  <a:schemeClr val="accent5"/>
                </a:highlight>
              </a:defRPr>
            </a:lvl7pPr>
            <a:lvl8pPr lvl="7">
              <a:lnSpc>
                <a:spcPct val="115000"/>
              </a:lnSpc>
              <a:spcBef>
                <a:spcPts val="0"/>
              </a:spcBef>
              <a:spcAft>
                <a:spcPts val="0"/>
              </a:spcAft>
              <a:buClr>
                <a:schemeClr val="lt2"/>
              </a:buClr>
              <a:buSzPts val="2800"/>
              <a:buNone/>
              <a:defRPr sz="3900">
                <a:solidFill>
                  <a:schemeClr val="lt2"/>
                </a:solidFill>
                <a:highlight>
                  <a:schemeClr val="accent5"/>
                </a:highlight>
              </a:defRPr>
            </a:lvl8pPr>
            <a:lvl9pPr lvl="8">
              <a:lnSpc>
                <a:spcPct val="115000"/>
              </a:lnSpc>
              <a:spcBef>
                <a:spcPts val="0"/>
              </a:spcBef>
              <a:spcAft>
                <a:spcPts val="0"/>
              </a:spcAft>
              <a:buClr>
                <a:schemeClr val="lt2"/>
              </a:buClr>
              <a:buSzPts val="2800"/>
              <a:buNone/>
              <a:defRPr sz="3900">
                <a:solidFill>
                  <a:schemeClr val="lt2"/>
                </a:solidFill>
                <a:highlight>
                  <a:schemeClr val="accent5"/>
                </a:highlight>
              </a:defRPr>
            </a:lvl9pPr>
          </a:lstStyle>
          <a:p/>
        </p:txBody>
      </p:sp>
      <p:grpSp>
        <p:nvGrpSpPr>
          <p:cNvPr id="59" name="Google Shape;59;p14"/>
          <p:cNvGrpSpPr/>
          <p:nvPr/>
        </p:nvGrpSpPr>
        <p:grpSpPr>
          <a:xfrm>
            <a:off x="6871890" y="501597"/>
            <a:ext cx="139297" cy="110523"/>
            <a:chOff x="2601950" y="1974675"/>
            <a:chExt cx="2474200" cy="1963100"/>
          </a:xfrm>
        </p:grpSpPr>
        <p:sp>
          <p:nvSpPr>
            <p:cNvPr id="60" name="Google Shape;60;p14"/>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1" name="Google Shape;61;p14"/>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2" name="Google Shape;62;p14"/>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3" name="Google Shape;63;p14"/>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4" name="Google Shape;64;p14"/>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5" name="Google Shape;65;p14"/>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6" name="Google Shape;66;p14"/>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67" name="Google Shape;67;p14"/>
          <p:cNvGrpSpPr/>
          <p:nvPr/>
        </p:nvGrpSpPr>
        <p:grpSpPr>
          <a:xfrm>
            <a:off x="7517552" y="1728897"/>
            <a:ext cx="139297" cy="110523"/>
            <a:chOff x="2601950" y="1974675"/>
            <a:chExt cx="2474200" cy="1963100"/>
          </a:xfrm>
        </p:grpSpPr>
        <p:sp>
          <p:nvSpPr>
            <p:cNvPr id="68" name="Google Shape;68;p14"/>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9" name="Google Shape;69;p14"/>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0" name="Google Shape;70;p14"/>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1" name="Google Shape;71;p14"/>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2" name="Google Shape;72;p14"/>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3" name="Google Shape;73;p14"/>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4" name="Google Shape;74;p14"/>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75" name="Google Shape;75;p14"/>
          <p:cNvGrpSpPr/>
          <p:nvPr/>
        </p:nvGrpSpPr>
        <p:grpSpPr>
          <a:xfrm>
            <a:off x="4265152" y="4275922"/>
            <a:ext cx="139297" cy="110523"/>
            <a:chOff x="2601950" y="1974675"/>
            <a:chExt cx="2474200" cy="1963100"/>
          </a:xfrm>
        </p:grpSpPr>
        <p:sp>
          <p:nvSpPr>
            <p:cNvPr id="76" name="Google Shape;76;p14"/>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7" name="Google Shape;77;p14"/>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8" name="Google Shape;78;p14"/>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9" name="Google Shape;79;p14"/>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80" name="Google Shape;80;p14"/>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81" name="Google Shape;81;p14"/>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82" name="Google Shape;82;p14"/>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orient="horz" pos="159">
          <p15:clr>
            <a:srgbClr val="E46962"/>
          </p15:clr>
        </p15:guide>
        <p15:guide id="2" pos="159">
          <p15:clr>
            <a:srgbClr val="E46962"/>
          </p15:clr>
        </p15:guide>
        <p15:guide id="3" orient="horz" pos="2772">
          <p15:clr>
            <a:srgbClr val="E46962"/>
          </p15:clr>
        </p15:guide>
        <p15:guide id="4" pos="5292">
          <p15:clr>
            <a:srgbClr val="E46962"/>
          </p15:clr>
        </p15:guide>
        <p15:guide id="5" pos="468">
          <p15:clr>
            <a:srgbClr val="E46962"/>
          </p15:clr>
        </p15:guide>
        <p15:guide id="6" pos="5601">
          <p15:clr>
            <a:srgbClr val="E46962"/>
          </p15:clr>
        </p15:guide>
        <p15:guide id="7" orient="horz" pos="468">
          <p15:clr>
            <a:srgbClr val="E46962"/>
          </p15:clr>
        </p15:guide>
        <p15:guide id="8" orient="horz" pos="3081">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dk1"/>
        </a:solidFill>
      </p:bgPr>
    </p:bg>
    <p:spTree>
      <p:nvGrpSpPr>
        <p:cNvPr id="83" name="Shape 83"/>
        <p:cNvGrpSpPr/>
        <p:nvPr/>
      </p:nvGrpSpPr>
      <p:grpSpPr>
        <a:xfrm>
          <a:off x="0" y="0"/>
          <a:ext cx="0" cy="0"/>
          <a:chOff x="0" y="0"/>
          <a:chExt cx="0" cy="0"/>
        </a:xfrm>
      </p:grpSpPr>
      <p:grpSp>
        <p:nvGrpSpPr>
          <p:cNvPr id="84" name="Google Shape;84;p15"/>
          <p:cNvGrpSpPr/>
          <p:nvPr/>
        </p:nvGrpSpPr>
        <p:grpSpPr>
          <a:xfrm>
            <a:off x="0" y="0"/>
            <a:ext cx="9144000" cy="2859050"/>
            <a:chOff x="0" y="0"/>
            <a:chExt cx="9144000" cy="2859050"/>
          </a:xfrm>
        </p:grpSpPr>
        <p:grpSp>
          <p:nvGrpSpPr>
            <p:cNvPr id="85" name="Google Shape;85;p15"/>
            <p:cNvGrpSpPr/>
            <p:nvPr/>
          </p:nvGrpSpPr>
          <p:grpSpPr>
            <a:xfrm>
              <a:off x="2700100" y="175"/>
              <a:ext cx="6443900" cy="2858875"/>
              <a:chOff x="2700100" y="175"/>
              <a:chExt cx="6443900" cy="2858875"/>
            </a:xfrm>
          </p:grpSpPr>
          <p:sp>
            <p:nvSpPr>
              <p:cNvPr id="86" name="Google Shape;86;p15"/>
              <p:cNvSpPr/>
              <p:nvPr/>
            </p:nvSpPr>
            <p:spPr>
              <a:xfrm>
                <a:off x="2700100" y="1225675"/>
                <a:ext cx="783600" cy="90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7" name="Google Shape;87;p15"/>
              <p:cNvSpPr/>
              <p:nvPr/>
            </p:nvSpPr>
            <p:spPr>
              <a:xfrm>
                <a:off x="3463000" y="1250450"/>
                <a:ext cx="1434000" cy="160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8" name="Google Shape;88;p15"/>
              <p:cNvSpPr/>
              <p:nvPr/>
            </p:nvSpPr>
            <p:spPr>
              <a:xfrm>
                <a:off x="4636475" y="175"/>
                <a:ext cx="16593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9" name="Google Shape;89;p15"/>
              <p:cNvSpPr/>
              <p:nvPr/>
            </p:nvSpPr>
            <p:spPr>
              <a:xfrm>
                <a:off x="6295800" y="1399075"/>
                <a:ext cx="7836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0" name="Google Shape;90;p15"/>
              <p:cNvSpPr/>
              <p:nvPr/>
            </p:nvSpPr>
            <p:spPr>
              <a:xfrm>
                <a:off x="7745100" y="175"/>
                <a:ext cx="13989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1" name="Google Shape;91;p15"/>
              <p:cNvSpPr/>
              <p:nvPr/>
            </p:nvSpPr>
            <p:spPr>
              <a:xfrm>
                <a:off x="6961500" y="175"/>
                <a:ext cx="8661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92" name="Google Shape;92;p15"/>
            <p:cNvGrpSpPr/>
            <p:nvPr/>
          </p:nvGrpSpPr>
          <p:grpSpPr>
            <a:xfrm>
              <a:off x="0" y="0"/>
              <a:ext cx="4896900" cy="2797700"/>
              <a:chOff x="0" y="0"/>
              <a:chExt cx="4896900" cy="2797700"/>
            </a:xfrm>
          </p:grpSpPr>
          <p:sp>
            <p:nvSpPr>
              <p:cNvPr id="93" name="Google Shape;93;p15"/>
              <p:cNvSpPr/>
              <p:nvPr/>
            </p:nvSpPr>
            <p:spPr>
              <a:xfrm>
                <a:off x="0" y="1398800"/>
                <a:ext cx="13989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4" name="Google Shape;94;p15"/>
              <p:cNvSpPr/>
              <p:nvPr/>
            </p:nvSpPr>
            <p:spPr>
              <a:xfrm>
                <a:off x="1398900" y="0"/>
                <a:ext cx="34980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sp>
        <p:nvSpPr>
          <p:cNvPr id="95" name="Google Shape;95;p15"/>
          <p:cNvSpPr txBox="1"/>
          <p:nvPr>
            <p:ph idx="1" type="subTitle"/>
          </p:nvPr>
        </p:nvSpPr>
        <p:spPr>
          <a:xfrm>
            <a:off x="1821150" y="252600"/>
            <a:ext cx="2653500" cy="903600"/>
          </a:xfrm>
          <a:prstGeom prst="rect">
            <a:avLst/>
          </a:prstGeom>
        </p:spPr>
        <p:txBody>
          <a:bodyPr anchorCtr="0" anchor="ctr" bIns="0" lIns="0" spcFirstLastPara="1" rIns="0" wrap="square" tIns="0">
            <a:noAutofit/>
          </a:bodyPr>
          <a:lstStyle>
            <a:lvl1pPr lvl="0">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2pPr>
            <a:lvl3pPr lvl="2">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3pPr>
            <a:lvl4pPr lvl="3">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4pPr>
            <a:lvl5pPr lvl="4">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5pPr>
            <a:lvl6pPr lvl="5">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6pPr>
            <a:lvl7pPr lvl="6">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7pPr>
            <a:lvl8pPr lvl="7">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8pPr>
            <a:lvl9pPr lvl="8">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9pPr>
          </a:lstStyle>
          <a:p/>
        </p:txBody>
      </p:sp>
      <p:sp>
        <p:nvSpPr>
          <p:cNvPr id="96" name="Google Shape;96;p15"/>
          <p:cNvSpPr txBox="1"/>
          <p:nvPr>
            <p:ph type="title"/>
          </p:nvPr>
        </p:nvSpPr>
        <p:spPr>
          <a:xfrm>
            <a:off x="252600" y="4124825"/>
            <a:ext cx="8638800" cy="903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7700"/>
              <a:buFont typeface="Space Grotesk"/>
              <a:buNone/>
              <a:defRPr sz="7700">
                <a:solidFill>
                  <a:schemeClr val="lt2"/>
                </a:solidFill>
                <a:latin typeface="Space Grotesk"/>
                <a:ea typeface="Space Grotesk"/>
                <a:cs typeface="Space Grotesk"/>
                <a:sym typeface="Space Grotesk"/>
              </a:defRPr>
            </a:lvl1pPr>
            <a:lvl2pPr lvl="1" algn="ctr">
              <a:spcBef>
                <a:spcPts val="0"/>
              </a:spcBef>
              <a:spcAft>
                <a:spcPts val="0"/>
              </a:spcAft>
              <a:buClr>
                <a:schemeClr val="lt2"/>
              </a:buClr>
              <a:buSzPts val="7700"/>
              <a:buNone/>
              <a:defRPr sz="7700">
                <a:solidFill>
                  <a:schemeClr val="lt2"/>
                </a:solidFill>
              </a:defRPr>
            </a:lvl2pPr>
            <a:lvl3pPr lvl="2" algn="ctr">
              <a:spcBef>
                <a:spcPts val="0"/>
              </a:spcBef>
              <a:spcAft>
                <a:spcPts val="0"/>
              </a:spcAft>
              <a:buClr>
                <a:schemeClr val="lt2"/>
              </a:buClr>
              <a:buSzPts val="7700"/>
              <a:buNone/>
              <a:defRPr sz="7700">
                <a:solidFill>
                  <a:schemeClr val="lt2"/>
                </a:solidFill>
              </a:defRPr>
            </a:lvl3pPr>
            <a:lvl4pPr lvl="3" algn="ctr">
              <a:spcBef>
                <a:spcPts val="0"/>
              </a:spcBef>
              <a:spcAft>
                <a:spcPts val="0"/>
              </a:spcAft>
              <a:buClr>
                <a:schemeClr val="lt2"/>
              </a:buClr>
              <a:buSzPts val="7700"/>
              <a:buNone/>
              <a:defRPr sz="7700">
                <a:solidFill>
                  <a:schemeClr val="lt2"/>
                </a:solidFill>
              </a:defRPr>
            </a:lvl4pPr>
            <a:lvl5pPr lvl="4" algn="ctr">
              <a:spcBef>
                <a:spcPts val="0"/>
              </a:spcBef>
              <a:spcAft>
                <a:spcPts val="0"/>
              </a:spcAft>
              <a:buClr>
                <a:schemeClr val="lt2"/>
              </a:buClr>
              <a:buSzPts val="7700"/>
              <a:buNone/>
              <a:defRPr sz="7700">
                <a:solidFill>
                  <a:schemeClr val="lt2"/>
                </a:solidFill>
              </a:defRPr>
            </a:lvl5pPr>
            <a:lvl6pPr lvl="5" algn="ctr">
              <a:spcBef>
                <a:spcPts val="0"/>
              </a:spcBef>
              <a:spcAft>
                <a:spcPts val="0"/>
              </a:spcAft>
              <a:buClr>
                <a:schemeClr val="lt2"/>
              </a:buClr>
              <a:buSzPts val="7700"/>
              <a:buNone/>
              <a:defRPr sz="7700">
                <a:solidFill>
                  <a:schemeClr val="lt2"/>
                </a:solidFill>
              </a:defRPr>
            </a:lvl6pPr>
            <a:lvl7pPr lvl="6" algn="ctr">
              <a:spcBef>
                <a:spcPts val="0"/>
              </a:spcBef>
              <a:spcAft>
                <a:spcPts val="0"/>
              </a:spcAft>
              <a:buClr>
                <a:schemeClr val="lt2"/>
              </a:buClr>
              <a:buSzPts val="7700"/>
              <a:buNone/>
              <a:defRPr sz="7700">
                <a:solidFill>
                  <a:schemeClr val="lt2"/>
                </a:solidFill>
              </a:defRPr>
            </a:lvl7pPr>
            <a:lvl8pPr lvl="7" algn="ctr">
              <a:spcBef>
                <a:spcPts val="0"/>
              </a:spcBef>
              <a:spcAft>
                <a:spcPts val="0"/>
              </a:spcAft>
              <a:buClr>
                <a:schemeClr val="lt2"/>
              </a:buClr>
              <a:buSzPts val="7700"/>
              <a:buNone/>
              <a:defRPr sz="7700">
                <a:solidFill>
                  <a:schemeClr val="lt2"/>
                </a:solidFill>
              </a:defRPr>
            </a:lvl8pPr>
            <a:lvl9pPr lvl="8" algn="ctr">
              <a:spcBef>
                <a:spcPts val="0"/>
              </a:spcBef>
              <a:spcAft>
                <a:spcPts val="0"/>
              </a:spcAft>
              <a:buClr>
                <a:schemeClr val="lt2"/>
              </a:buClr>
              <a:buSzPts val="7700"/>
              <a:buNone/>
              <a:defRPr sz="7700">
                <a:solidFill>
                  <a:schemeClr val="lt2"/>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5292">
          <p15:clr>
            <a:srgbClr val="E46962"/>
          </p15:clr>
        </p15:guide>
        <p15:guide id="6" orient="horz" pos="2772">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
  <p:cSld name="BLANK_1_1_1_1_1_1_1_1_1_1_1_1_1_1_1_1_1">
    <p:spTree>
      <p:nvGrpSpPr>
        <p:cNvPr id="97" name="Shape 97"/>
        <p:cNvGrpSpPr/>
        <p:nvPr/>
      </p:nvGrpSpPr>
      <p:grpSpPr>
        <a:xfrm>
          <a:off x="0" y="0"/>
          <a:ext cx="0" cy="0"/>
          <a:chOff x="0" y="0"/>
          <a:chExt cx="0" cy="0"/>
        </a:xfrm>
      </p:grpSpPr>
      <p:sp>
        <p:nvSpPr>
          <p:cNvPr id="98" name="Google Shape;98;p16"/>
          <p:cNvSpPr/>
          <p:nvPr/>
        </p:nvSpPr>
        <p:spPr>
          <a:xfrm>
            <a:off x="4728000" y="2032675"/>
            <a:ext cx="1408200" cy="1473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99" name="Google Shape;99;p16"/>
          <p:cNvGrpSpPr/>
          <p:nvPr/>
        </p:nvGrpSpPr>
        <p:grpSpPr>
          <a:xfrm>
            <a:off x="4153925" y="0"/>
            <a:ext cx="4990175" cy="5143425"/>
            <a:chOff x="4153925" y="0"/>
            <a:chExt cx="4990175" cy="5143425"/>
          </a:xfrm>
        </p:grpSpPr>
        <p:sp>
          <p:nvSpPr>
            <p:cNvPr id="100" name="Google Shape;100;p16"/>
            <p:cNvSpPr/>
            <p:nvPr/>
          </p:nvSpPr>
          <p:spPr>
            <a:xfrm>
              <a:off x="6462300" y="1441775"/>
              <a:ext cx="2681700" cy="11472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01" name="Google Shape;101;p16"/>
            <p:cNvSpPr/>
            <p:nvPr/>
          </p:nvSpPr>
          <p:spPr>
            <a:xfrm>
              <a:off x="6289300" y="2420925"/>
              <a:ext cx="2854800" cy="27225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2" name="Google Shape;102;p16"/>
            <p:cNvSpPr/>
            <p:nvPr/>
          </p:nvSpPr>
          <p:spPr>
            <a:xfrm>
              <a:off x="4153925" y="0"/>
              <a:ext cx="15702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3" name="Google Shape;103;p16"/>
            <p:cNvSpPr/>
            <p:nvPr/>
          </p:nvSpPr>
          <p:spPr>
            <a:xfrm>
              <a:off x="4722625" y="0"/>
              <a:ext cx="4421400" cy="210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104" name="Google Shape;104;p16"/>
          <p:cNvSpPr txBox="1"/>
          <p:nvPr>
            <p:ph type="title"/>
          </p:nvPr>
        </p:nvSpPr>
        <p:spPr>
          <a:xfrm>
            <a:off x="252600" y="270725"/>
            <a:ext cx="4216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highlight>
                  <a:schemeClr val="accent4"/>
                </a:highlight>
              </a:defRPr>
            </a:lvl2pPr>
            <a:lvl3pPr lvl="2">
              <a:lnSpc>
                <a:spcPct val="80000"/>
              </a:lnSpc>
              <a:spcBef>
                <a:spcPts val="0"/>
              </a:spcBef>
              <a:spcAft>
                <a:spcPts val="0"/>
              </a:spcAft>
              <a:buSzPts val="3900"/>
              <a:buFont typeface="Space Grotesk Medium"/>
              <a:buNone/>
              <a:defRPr sz="3900">
                <a:highlight>
                  <a:schemeClr val="accent4"/>
                </a:highlight>
              </a:defRPr>
            </a:lvl3pPr>
            <a:lvl4pPr lvl="3">
              <a:lnSpc>
                <a:spcPct val="80000"/>
              </a:lnSpc>
              <a:spcBef>
                <a:spcPts val="0"/>
              </a:spcBef>
              <a:spcAft>
                <a:spcPts val="0"/>
              </a:spcAft>
              <a:buSzPts val="3900"/>
              <a:buFont typeface="Space Grotesk Medium"/>
              <a:buNone/>
              <a:defRPr sz="3900">
                <a:highlight>
                  <a:schemeClr val="accent4"/>
                </a:highlight>
              </a:defRPr>
            </a:lvl4pPr>
            <a:lvl5pPr lvl="4">
              <a:lnSpc>
                <a:spcPct val="80000"/>
              </a:lnSpc>
              <a:spcBef>
                <a:spcPts val="0"/>
              </a:spcBef>
              <a:spcAft>
                <a:spcPts val="0"/>
              </a:spcAft>
              <a:buSzPts val="3900"/>
              <a:buFont typeface="Space Grotesk Medium"/>
              <a:buNone/>
              <a:defRPr sz="3900">
                <a:highlight>
                  <a:schemeClr val="accent4"/>
                </a:highlight>
              </a:defRPr>
            </a:lvl5pPr>
            <a:lvl6pPr lvl="5">
              <a:lnSpc>
                <a:spcPct val="80000"/>
              </a:lnSpc>
              <a:spcBef>
                <a:spcPts val="0"/>
              </a:spcBef>
              <a:spcAft>
                <a:spcPts val="0"/>
              </a:spcAft>
              <a:buSzPts val="3900"/>
              <a:buFont typeface="Space Grotesk Medium"/>
              <a:buNone/>
              <a:defRPr sz="3900">
                <a:highlight>
                  <a:schemeClr val="accent4"/>
                </a:highlight>
              </a:defRPr>
            </a:lvl6pPr>
            <a:lvl7pPr lvl="6">
              <a:lnSpc>
                <a:spcPct val="80000"/>
              </a:lnSpc>
              <a:spcBef>
                <a:spcPts val="0"/>
              </a:spcBef>
              <a:spcAft>
                <a:spcPts val="0"/>
              </a:spcAft>
              <a:buSzPts val="3900"/>
              <a:buFont typeface="Space Grotesk Medium"/>
              <a:buNone/>
              <a:defRPr sz="3900">
                <a:highlight>
                  <a:schemeClr val="accent4"/>
                </a:highlight>
              </a:defRPr>
            </a:lvl7pPr>
            <a:lvl8pPr lvl="7">
              <a:lnSpc>
                <a:spcPct val="80000"/>
              </a:lnSpc>
              <a:spcBef>
                <a:spcPts val="0"/>
              </a:spcBef>
              <a:spcAft>
                <a:spcPts val="0"/>
              </a:spcAft>
              <a:buSzPts val="3900"/>
              <a:buFont typeface="Space Grotesk Medium"/>
              <a:buNone/>
              <a:defRPr sz="3900">
                <a:highlight>
                  <a:schemeClr val="accent4"/>
                </a:highlight>
              </a:defRPr>
            </a:lvl8pPr>
            <a:lvl9pPr lvl="8">
              <a:lnSpc>
                <a:spcPct val="80000"/>
              </a:lnSpc>
              <a:spcBef>
                <a:spcPts val="0"/>
              </a:spcBef>
              <a:spcAft>
                <a:spcPts val="0"/>
              </a:spcAft>
              <a:buSzPts val="3900"/>
              <a:buFont typeface="Space Grotesk Medium"/>
              <a:buNone/>
              <a:defRPr sz="3900">
                <a:highlight>
                  <a:schemeClr val="accent4"/>
                </a:highlight>
              </a:defRPr>
            </a:lvl9pPr>
          </a:lstStyle>
          <a:p/>
        </p:txBody>
      </p:sp>
      <p:sp>
        <p:nvSpPr>
          <p:cNvPr id="105" name="Google Shape;105;p16"/>
          <p:cNvSpPr txBox="1"/>
          <p:nvPr>
            <p:ph idx="1" type="body"/>
          </p:nvPr>
        </p:nvSpPr>
        <p:spPr>
          <a:xfrm>
            <a:off x="252600" y="1973625"/>
            <a:ext cx="3128700" cy="2917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06" name="Google Shape;106;p16"/>
          <p:cNvSpPr/>
          <p:nvPr>
            <p:ph idx="2" type="pic"/>
          </p:nvPr>
        </p:nvSpPr>
        <p:spPr>
          <a:xfrm>
            <a:off x="4468800" y="908675"/>
            <a:ext cx="3936300" cy="3116100"/>
          </a:xfrm>
          <a:prstGeom prst="rect">
            <a:avLst/>
          </a:prstGeom>
          <a:noFill/>
          <a:ln>
            <a:noFill/>
          </a:ln>
        </p:spPr>
      </p:sp>
      <p:sp>
        <p:nvSpPr>
          <p:cNvPr id="107" name="Google Shape;107;p16"/>
          <p:cNvSpPr/>
          <p:nvPr>
            <p:ph idx="3" type="pic"/>
          </p:nvPr>
        </p:nvSpPr>
        <p:spPr>
          <a:xfrm>
            <a:off x="4153925" y="1728449"/>
            <a:ext cx="3586800" cy="2672100"/>
          </a:xfrm>
          <a:prstGeom prst="rect">
            <a:avLst/>
          </a:prstGeom>
          <a:noFill/>
          <a:ln>
            <a:noFill/>
          </a:ln>
        </p:spPr>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5292">
          <p15:clr>
            <a:srgbClr val="E46962"/>
          </p15:clr>
        </p15:guide>
        <p15:guide id="6" pos="159">
          <p15:clr>
            <a:srgbClr val="E46962"/>
          </p15:clr>
        </p15:guide>
        <p15:guide id="7" orient="horz" pos="2772">
          <p15:clr>
            <a:srgbClr val="E46962"/>
          </p15:clr>
        </p15:guide>
        <p15:guide id="8" pos="2617">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accent2"/>
        </a:solidFill>
      </p:bgPr>
    </p:bg>
    <p:spTree>
      <p:nvGrpSpPr>
        <p:cNvPr id="108" name="Shape 108"/>
        <p:cNvGrpSpPr/>
        <p:nvPr/>
      </p:nvGrpSpPr>
      <p:grpSpPr>
        <a:xfrm>
          <a:off x="0" y="0"/>
          <a:ext cx="0" cy="0"/>
          <a:chOff x="0" y="0"/>
          <a:chExt cx="0" cy="0"/>
        </a:xfrm>
      </p:grpSpPr>
      <p:sp>
        <p:nvSpPr>
          <p:cNvPr id="109" name="Google Shape;109;p17"/>
          <p:cNvSpPr/>
          <p:nvPr/>
        </p:nvSpPr>
        <p:spPr>
          <a:xfrm>
            <a:off x="6462300" y="2136900"/>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0" name="Google Shape;110;p17"/>
          <p:cNvSpPr/>
          <p:nvPr/>
        </p:nvSpPr>
        <p:spPr>
          <a:xfrm>
            <a:off x="6094200" y="0"/>
            <a:ext cx="3049800" cy="67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111" name="Google Shape;111;p17"/>
          <p:cNvSpPr/>
          <p:nvPr/>
        </p:nvSpPr>
        <p:spPr>
          <a:xfrm>
            <a:off x="5759200" y="313425"/>
            <a:ext cx="3049800" cy="36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112" name="Google Shape;112;p17"/>
          <p:cNvSpPr/>
          <p:nvPr/>
        </p:nvSpPr>
        <p:spPr>
          <a:xfrm rot="-5400000">
            <a:off x="5529300" y="2510100"/>
            <a:ext cx="468000" cy="400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13" name="Google Shape;113;p17"/>
          <p:cNvSpPr/>
          <p:nvPr/>
        </p:nvSpPr>
        <p:spPr>
          <a:xfrm>
            <a:off x="4728000" y="2032675"/>
            <a:ext cx="14082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114" name="Google Shape;114;p17"/>
          <p:cNvGrpSpPr/>
          <p:nvPr/>
        </p:nvGrpSpPr>
        <p:grpSpPr>
          <a:xfrm>
            <a:off x="3632100" y="0"/>
            <a:ext cx="5511900" cy="5143525"/>
            <a:chOff x="3632100" y="0"/>
            <a:chExt cx="5511900" cy="5143525"/>
          </a:xfrm>
        </p:grpSpPr>
        <p:sp>
          <p:nvSpPr>
            <p:cNvPr id="115" name="Google Shape;115;p17"/>
            <p:cNvSpPr/>
            <p:nvPr/>
          </p:nvSpPr>
          <p:spPr>
            <a:xfrm>
              <a:off x="6462300" y="1441775"/>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6" name="Google Shape;116;p17"/>
            <p:cNvSpPr/>
            <p:nvPr/>
          </p:nvSpPr>
          <p:spPr>
            <a:xfrm>
              <a:off x="6462300" y="3103775"/>
              <a:ext cx="2681700" cy="20397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7" name="Google Shape;117;p17"/>
            <p:cNvSpPr/>
            <p:nvPr/>
          </p:nvSpPr>
          <p:spPr>
            <a:xfrm>
              <a:off x="4153925" y="1416600"/>
              <a:ext cx="1570200" cy="67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8" name="Google Shape;118;p17"/>
            <p:cNvSpPr/>
            <p:nvPr/>
          </p:nvSpPr>
          <p:spPr>
            <a:xfrm>
              <a:off x="4196325" y="4236925"/>
              <a:ext cx="2376000" cy="90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9" name="Google Shape;119;p17"/>
            <p:cNvSpPr/>
            <p:nvPr/>
          </p:nvSpPr>
          <p:spPr>
            <a:xfrm>
              <a:off x="3632100" y="0"/>
              <a:ext cx="55119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120" name="Google Shape;120;p17"/>
          <p:cNvSpPr txBox="1"/>
          <p:nvPr>
            <p:ph idx="1" type="subTitle"/>
          </p:nvPr>
        </p:nvSpPr>
        <p:spPr>
          <a:xfrm>
            <a:off x="160431" y="168104"/>
            <a:ext cx="26535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000"/>
              <a:buFont typeface="Space Grotesk"/>
              <a:buNone/>
              <a:defRPr sz="1000">
                <a:highlight>
                  <a:schemeClr val="lt2"/>
                </a:highlight>
              </a:defRPr>
            </a:lvl1pPr>
            <a:lvl2pPr lvl="1">
              <a:lnSpc>
                <a:spcPct val="100000"/>
              </a:lnSpc>
              <a:spcBef>
                <a:spcPts val="0"/>
              </a:spcBef>
              <a:spcAft>
                <a:spcPts val="0"/>
              </a:spcAft>
              <a:buSzPts val="1500"/>
              <a:buFont typeface="Space Grotesk"/>
              <a:buNone/>
              <a:defRPr sz="1500">
                <a:highlight>
                  <a:schemeClr val="lt2"/>
                </a:highlight>
              </a:defRPr>
            </a:lvl2pPr>
            <a:lvl3pPr lvl="2">
              <a:lnSpc>
                <a:spcPct val="100000"/>
              </a:lnSpc>
              <a:spcBef>
                <a:spcPts val="0"/>
              </a:spcBef>
              <a:spcAft>
                <a:spcPts val="0"/>
              </a:spcAft>
              <a:buSzPts val="1500"/>
              <a:buFont typeface="Space Grotesk"/>
              <a:buNone/>
              <a:defRPr sz="1500">
                <a:highlight>
                  <a:schemeClr val="lt2"/>
                </a:highlight>
              </a:defRPr>
            </a:lvl3pPr>
            <a:lvl4pPr lvl="3">
              <a:lnSpc>
                <a:spcPct val="100000"/>
              </a:lnSpc>
              <a:spcBef>
                <a:spcPts val="0"/>
              </a:spcBef>
              <a:spcAft>
                <a:spcPts val="0"/>
              </a:spcAft>
              <a:buSzPts val="1500"/>
              <a:buFont typeface="Space Grotesk"/>
              <a:buNone/>
              <a:defRPr sz="1500">
                <a:highlight>
                  <a:schemeClr val="lt2"/>
                </a:highlight>
              </a:defRPr>
            </a:lvl4pPr>
            <a:lvl5pPr lvl="4">
              <a:lnSpc>
                <a:spcPct val="100000"/>
              </a:lnSpc>
              <a:spcBef>
                <a:spcPts val="0"/>
              </a:spcBef>
              <a:spcAft>
                <a:spcPts val="0"/>
              </a:spcAft>
              <a:buSzPts val="1500"/>
              <a:buFont typeface="Space Grotesk"/>
              <a:buNone/>
              <a:defRPr sz="1500">
                <a:highlight>
                  <a:schemeClr val="lt2"/>
                </a:highlight>
              </a:defRPr>
            </a:lvl5pPr>
            <a:lvl6pPr lvl="5">
              <a:lnSpc>
                <a:spcPct val="100000"/>
              </a:lnSpc>
              <a:spcBef>
                <a:spcPts val="0"/>
              </a:spcBef>
              <a:spcAft>
                <a:spcPts val="0"/>
              </a:spcAft>
              <a:buSzPts val="1500"/>
              <a:buFont typeface="Space Grotesk"/>
              <a:buNone/>
              <a:defRPr sz="1500">
                <a:highlight>
                  <a:schemeClr val="lt2"/>
                </a:highlight>
              </a:defRPr>
            </a:lvl6pPr>
            <a:lvl7pPr lvl="6">
              <a:lnSpc>
                <a:spcPct val="100000"/>
              </a:lnSpc>
              <a:spcBef>
                <a:spcPts val="0"/>
              </a:spcBef>
              <a:spcAft>
                <a:spcPts val="0"/>
              </a:spcAft>
              <a:buSzPts val="1500"/>
              <a:buFont typeface="Space Grotesk"/>
              <a:buNone/>
              <a:defRPr sz="1500">
                <a:highlight>
                  <a:schemeClr val="lt2"/>
                </a:highlight>
              </a:defRPr>
            </a:lvl7pPr>
            <a:lvl8pPr lvl="7">
              <a:lnSpc>
                <a:spcPct val="100000"/>
              </a:lnSpc>
              <a:spcBef>
                <a:spcPts val="0"/>
              </a:spcBef>
              <a:spcAft>
                <a:spcPts val="0"/>
              </a:spcAft>
              <a:buSzPts val="1500"/>
              <a:buFont typeface="Space Grotesk"/>
              <a:buNone/>
              <a:defRPr sz="1500">
                <a:highlight>
                  <a:schemeClr val="lt2"/>
                </a:highlight>
              </a:defRPr>
            </a:lvl8pPr>
            <a:lvl9pPr lvl="8">
              <a:lnSpc>
                <a:spcPct val="100000"/>
              </a:lnSpc>
              <a:spcBef>
                <a:spcPts val="0"/>
              </a:spcBef>
              <a:spcAft>
                <a:spcPts val="0"/>
              </a:spcAft>
              <a:buSzPts val="1500"/>
              <a:buFont typeface="Space Grotesk"/>
              <a:buNone/>
              <a:defRPr sz="1500">
                <a:highlight>
                  <a:schemeClr val="lt2"/>
                </a:highlight>
              </a:defRPr>
            </a:lvl9pPr>
          </a:lstStyle>
          <a:p/>
        </p:txBody>
      </p:sp>
      <p:sp>
        <p:nvSpPr>
          <p:cNvPr id="121" name="Google Shape;121;p17"/>
          <p:cNvSpPr txBox="1"/>
          <p:nvPr>
            <p:ph idx="2" type="body"/>
          </p:nvPr>
        </p:nvSpPr>
        <p:spPr>
          <a:xfrm>
            <a:off x="252600" y="3797350"/>
            <a:ext cx="3049800" cy="10935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22" name="Google Shape;122;p17"/>
          <p:cNvSpPr txBox="1"/>
          <p:nvPr>
            <p:ph type="title"/>
          </p:nvPr>
        </p:nvSpPr>
        <p:spPr>
          <a:xfrm>
            <a:off x="252600" y="2841100"/>
            <a:ext cx="4288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Medium"/>
              <a:buNone/>
              <a:defRPr sz="3500">
                <a:highlight>
                  <a:schemeClr val="lt2"/>
                </a:highlight>
              </a:defRPr>
            </a:lvl1pPr>
            <a:lvl2pPr lvl="1">
              <a:lnSpc>
                <a:spcPct val="80000"/>
              </a:lnSpc>
              <a:spcBef>
                <a:spcPts val="0"/>
              </a:spcBef>
              <a:spcAft>
                <a:spcPts val="0"/>
              </a:spcAft>
              <a:buSzPts val="3900"/>
              <a:buFont typeface="Space Grotesk Medium"/>
              <a:buNone/>
              <a:defRPr sz="3900">
                <a:highlight>
                  <a:schemeClr val="lt2"/>
                </a:highlight>
              </a:defRPr>
            </a:lvl2pPr>
            <a:lvl3pPr lvl="2">
              <a:lnSpc>
                <a:spcPct val="80000"/>
              </a:lnSpc>
              <a:spcBef>
                <a:spcPts val="0"/>
              </a:spcBef>
              <a:spcAft>
                <a:spcPts val="0"/>
              </a:spcAft>
              <a:buSzPts val="3900"/>
              <a:buFont typeface="Space Grotesk Medium"/>
              <a:buNone/>
              <a:defRPr sz="3900">
                <a:highlight>
                  <a:schemeClr val="lt2"/>
                </a:highlight>
              </a:defRPr>
            </a:lvl3pPr>
            <a:lvl4pPr lvl="3">
              <a:lnSpc>
                <a:spcPct val="80000"/>
              </a:lnSpc>
              <a:spcBef>
                <a:spcPts val="0"/>
              </a:spcBef>
              <a:spcAft>
                <a:spcPts val="0"/>
              </a:spcAft>
              <a:buSzPts val="3900"/>
              <a:buFont typeface="Space Grotesk Medium"/>
              <a:buNone/>
              <a:defRPr sz="3900">
                <a:highlight>
                  <a:schemeClr val="lt2"/>
                </a:highlight>
              </a:defRPr>
            </a:lvl4pPr>
            <a:lvl5pPr lvl="4">
              <a:lnSpc>
                <a:spcPct val="80000"/>
              </a:lnSpc>
              <a:spcBef>
                <a:spcPts val="0"/>
              </a:spcBef>
              <a:spcAft>
                <a:spcPts val="0"/>
              </a:spcAft>
              <a:buSzPts val="3900"/>
              <a:buFont typeface="Space Grotesk Medium"/>
              <a:buNone/>
              <a:defRPr sz="3900">
                <a:highlight>
                  <a:schemeClr val="lt2"/>
                </a:highlight>
              </a:defRPr>
            </a:lvl5pPr>
            <a:lvl6pPr lvl="5">
              <a:lnSpc>
                <a:spcPct val="80000"/>
              </a:lnSpc>
              <a:spcBef>
                <a:spcPts val="0"/>
              </a:spcBef>
              <a:spcAft>
                <a:spcPts val="0"/>
              </a:spcAft>
              <a:buSzPts val="3900"/>
              <a:buFont typeface="Space Grotesk Medium"/>
              <a:buNone/>
              <a:defRPr sz="3900">
                <a:highlight>
                  <a:schemeClr val="lt2"/>
                </a:highlight>
              </a:defRPr>
            </a:lvl6pPr>
            <a:lvl7pPr lvl="6">
              <a:lnSpc>
                <a:spcPct val="80000"/>
              </a:lnSpc>
              <a:spcBef>
                <a:spcPts val="0"/>
              </a:spcBef>
              <a:spcAft>
                <a:spcPts val="0"/>
              </a:spcAft>
              <a:buSzPts val="3900"/>
              <a:buFont typeface="Space Grotesk Medium"/>
              <a:buNone/>
              <a:defRPr sz="3900">
                <a:highlight>
                  <a:schemeClr val="lt2"/>
                </a:highlight>
              </a:defRPr>
            </a:lvl7pPr>
            <a:lvl8pPr lvl="7">
              <a:lnSpc>
                <a:spcPct val="80000"/>
              </a:lnSpc>
              <a:spcBef>
                <a:spcPts val="0"/>
              </a:spcBef>
              <a:spcAft>
                <a:spcPts val="0"/>
              </a:spcAft>
              <a:buSzPts val="3900"/>
              <a:buFont typeface="Space Grotesk Medium"/>
              <a:buNone/>
              <a:defRPr sz="3900">
                <a:highlight>
                  <a:schemeClr val="lt2"/>
                </a:highlight>
              </a:defRPr>
            </a:lvl8pPr>
            <a:lvl9pPr lvl="8">
              <a:lnSpc>
                <a:spcPct val="80000"/>
              </a:lnSpc>
              <a:spcBef>
                <a:spcPts val="0"/>
              </a:spcBef>
              <a:spcAft>
                <a:spcPts val="0"/>
              </a:spcAft>
              <a:buSzPts val="3900"/>
              <a:buFont typeface="Space Grotesk Medium"/>
              <a:buNone/>
              <a:defRPr sz="3900">
                <a:highlight>
                  <a:schemeClr val="lt2"/>
                </a:highlight>
              </a:defRPr>
            </a:lvl9pPr>
          </a:lstStyle>
          <a:p/>
        </p:txBody>
      </p:sp>
      <p:sp>
        <p:nvSpPr>
          <p:cNvPr id="123" name="Google Shape;123;p17"/>
          <p:cNvSpPr/>
          <p:nvPr>
            <p:ph idx="3" type="pic"/>
          </p:nvPr>
        </p:nvSpPr>
        <p:spPr>
          <a:xfrm>
            <a:off x="4634854" y="627935"/>
            <a:ext cx="3444300" cy="3271800"/>
          </a:xfrm>
          <a:prstGeom prst="rect">
            <a:avLst/>
          </a:prstGeom>
          <a:noFill/>
          <a:ln>
            <a:noFill/>
          </a:ln>
        </p:spPr>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ONE_COLUMN_TEXT_1">
    <p:bg>
      <p:bgPr>
        <a:solidFill>
          <a:schemeClr val="accent2"/>
        </a:solidFill>
      </p:bgPr>
    </p:bg>
    <p:spTree>
      <p:nvGrpSpPr>
        <p:cNvPr id="124" name="Shape 124"/>
        <p:cNvGrpSpPr/>
        <p:nvPr/>
      </p:nvGrpSpPr>
      <p:grpSpPr>
        <a:xfrm>
          <a:off x="0" y="0"/>
          <a:ext cx="0" cy="0"/>
          <a:chOff x="0" y="0"/>
          <a:chExt cx="0" cy="0"/>
        </a:xfrm>
      </p:grpSpPr>
      <p:grpSp>
        <p:nvGrpSpPr>
          <p:cNvPr id="125" name="Google Shape;125;p18"/>
          <p:cNvGrpSpPr/>
          <p:nvPr/>
        </p:nvGrpSpPr>
        <p:grpSpPr>
          <a:xfrm>
            <a:off x="2230528" y="1108408"/>
            <a:ext cx="4915231" cy="2940670"/>
            <a:chOff x="2230528" y="1108408"/>
            <a:chExt cx="4915231" cy="2940670"/>
          </a:xfrm>
        </p:grpSpPr>
        <p:sp>
          <p:nvSpPr>
            <p:cNvPr id="126" name="Google Shape;126;p18"/>
            <p:cNvSpPr/>
            <p:nvPr/>
          </p:nvSpPr>
          <p:spPr>
            <a:xfrm>
              <a:off x="3583559" y="223737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27" name="Google Shape;127;p18"/>
            <p:cNvSpPr/>
            <p:nvPr/>
          </p:nvSpPr>
          <p:spPr>
            <a:xfrm>
              <a:off x="3169759" y="1865553"/>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28" name="Google Shape;128;p18"/>
            <p:cNvSpPr/>
            <p:nvPr/>
          </p:nvSpPr>
          <p:spPr>
            <a:xfrm>
              <a:off x="2715512" y="1415749"/>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29" name="Google Shape;129;p18"/>
            <p:cNvSpPr/>
            <p:nvPr/>
          </p:nvSpPr>
          <p:spPr>
            <a:xfrm>
              <a:off x="2230528" y="110840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130" name="Google Shape;130;p18"/>
          <p:cNvSpPr txBox="1"/>
          <p:nvPr>
            <p:ph type="title"/>
          </p:nvPr>
        </p:nvSpPr>
        <p:spPr>
          <a:xfrm>
            <a:off x="2420613" y="1299977"/>
            <a:ext cx="4262400" cy="9963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Medium"/>
              <a:buNone/>
              <a:defRPr sz="3500"/>
            </a:lvl1pPr>
            <a:lvl2pPr lvl="1" algn="ctr">
              <a:lnSpc>
                <a:spcPct val="80000"/>
              </a:lnSpc>
              <a:spcBef>
                <a:spcPts val="0"/>
              </a:spcBef>
              <a:spcAft>
                <a:spcPts val="0"/>
              </a:spcAft>
              <a:buSzPts val="3600"/>
              <a:buFont typeface="Space Grotesk Medium"/>
              <a:buNone/>
              <a:defRPr sz="3600"/>
            </a:lvl2pPr>
            <a:lvl3pPr lvl="2" algn="ctr">
              <a:lnSpc>
                <a:spcPct val="80000"/>
              </a:lnSpc>
              <a:spcBef>
                <a:spcPts val="0"/>
              </a:spcBef>
              <a:spcAft>
                <a:spcPts val="0"/>
              </a:spcAft>
              <a:buSzPts val="3600"/>
              <a:buFont typeface="Space Grotesk Medium"/>
              <a:buNone/>
              <a:defRPr sz="3600"/>
            </a:lvl3pPr>
            <a:lvl4pPr lvl="3" algn="ctr">
              <a:lnSpc>
                <a:spcPct val="80000"/>
              </a:lnSpc>
              <a:spcBef>
                <a:spcPts val="0"/>
              </a:spcBef>
              <a:spcAft>
                <a:spcPts val="0"/>
              </a:spcAft>
              <a:buSzPts val="3600"/>
              <a:buFont typeface="Space Grotesk Medium"/>
              <a:buNone/>
              <a:defRPr sz="3600"/>
            </a:lvl4pPr>
            <a:lvl5pPr lvl="4" algn="ctr">
              <a:lnSpc>
                <a:spcPct val="80000"/>
              </a:lnSpc>
              <a:spcBef>
                <a:spcPts val="0"/>
              </a:spcBef>
              <a:spcAft>
                <a:spcPts val="0"/>
              </a:spcAft>
              <a:buSzPts val="3600"/>
              <a:buFont typeface="Space Grotesk Medium"/>
              <a:buNone/>
              <a:defRPr sz="3600"/>
            </a:lvl5pPr>
            <a:lvl6pPr lvl="5" algn="ctr">
              <a:lnSpc>
                <a:spcPct val="80000"/>
              </a:lnSpc>
              <a:spcBef>
                <a:spcPts val="0"/>
              </a:spcBef>
              <a:spcAft>
                <a:spcPts val="0"/>
              </a:spcAft>
              <a:buSzPts val="3600"/>
              <a:buFont typeface="Space Grotesk Medium"/>
              <a:buNone/>
              <a:defRPr sz="3600"/>
            </a:lvl6pPr>
            <a:lvl7pPr lvl="6" algn="ctr">
              <a:lnSpc>
                <a:spcPct val="80000"/>
              </a:lnSpc>
              <a:spcBef>
                <a:spcPts val="0"/>
              </a:spcBef>
              <a:spcAft>
                <a:spcPts val="0"/>
              </a:spcAft>
              <a:buSzPts val="3600"/>
              <a:buFont typeface="Space Grotesk Medium"/>
              <a:buNone/>
              <a:defRPr sz="3600"/>
            </a:lvl7pPr>
            <a:lvl8pPr lvl="7" algn="ctr">
              <a:lnSpc>
                <a:spcPct val="80000"/>
              </a:lnSpc>
              <a:spcBef>
                <a:spcPts val="0"/>
              </a:spcBef>
              <a:spcAft>
                <a:spcPts val="0"/>
              </a:spcAft>
              <a:buSzPts val="3600"/>
              <a:buFont typeface="Space Grotesk Medium"/>
              <a:buNone/>
              <a:defRPr sz="3600"/>
            </a:lvl8pPr>
            <a:lvl9pPr lvl="8" algn="ctr">
              <a:lnSpc>
                <a:spcPct val="80000"/>
              </a:lnSpc>
              <a:spcBef>
                <a:spcPts val="0"/>
              </a:spcBef>
              <a:spcAft>
                <a:spcPts val="0"/>
              </a:spcAft>
              <a:buSzPts val="3600"/>
              <a:buFont typeface="Space Grotesk Medium"/>
              <a:buNone/>
              <a:defRPr sz="3600"/>
            </a:lvl9pPr>
          </a:lstStyle>
          <a:p/>
        </p:txBody>
      </p:sp>
      <p:sp>
        <p:nvSpPr>
          <p:cNvPr id="131" name="Google Shape;131;p18"/>
          <p:cNvSpPr txBox="1"/>
          <p:nvPr>
            <p:ph idx="1" type="body"/>
          </p:nvPr>
        </p:nvSpPr>
        <p:spPr>
          <a:xfrm>
            <a:off x="419237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132" name="Google Shape;132;p18"/>
          <p:cNvSpPr txBox="1"/>
          <p:nvPr>
            <p:ph idx="2" type="body"/>
          </p:nvPr>
        </p:nvSpPr>
        <p:spPr>
          <a:xfrm>
            <a:off x="571245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133" name="Google Shape;133;p18"/>
          <p:cNvSpPr txBox="1"/>
          <p:nvPr>
            <p:ph idx="3" type="body"/>
          </p:nvPr>
        </p:nvSpPr>
        <p:spPr>
          <a:xfrm>
            <a:off x="2230525" y="2436625"/>
            <a:ext cx="1878300" cy="2085900"/>
          </a:xfrm>
          <a:prstGeom prst="rect">
            <a:avLst/>
          </a:prstGeom>
        </p:spPr>
        <p:txBody>
          <a:bodyPr anchorCtr="0" anchor="t" bIns="0" lIns="0" spcFirstLastPara="1" rIns="0" wrap="square" tIns="0">
            <a:noAutofit/>
          </a:bodyPr>
          <a:lstStyle>
            <a:lvl1pPr indent="-323850" lvl="0" marL="457200">
              <a:spcBef>
                <a:spcPts val="0"/>
              </a:spcBef>
              <a:spcAft>
                <a:spcPts val="0"/>
              </a:spcAft>
              <a:buClr>
                <a:schemeClr val="lt2"/>
              </a:buClr>
              <a:buSzPts val="1500"/>
              <a:buFont typeface="Space Grotesk"/>
              <a:buChar char="●"/>
              <a:defRPr sz="1500">
                <a:solidFill>
                  <a:schemeClr val="lt2"/>
                </a:solidFill>
                <a:highlight>
                  <a:schemeClr val="dk1"/>
                </a:highlight>
              </a:defRPr>
            </a:lvl1pPr>
            <a:lvl2pPr indent="-323850" lvl="1" marL="914400">
              <a:spcBef>
                <a:spcPts val="0"/>
              </a:spcBef>
              <a:spcAft>
                <a:spcPts val="0"/>
              </a:spcAft>
              <a:buClr>
                <a:schemeClr val="lt2"/>
              </a:buClr>
              <a:buSzPts val="1500"/>
              <a:buFont typeface="Space Grotesk"/>
              <a:buChar char="○"/>
              <a:defRPr sz="1500">
                <a:solidFill>
                  <a:schemeClr val="lt2"/>
                </a:solidFill>
                <a:highlight>
                  <a:schemeClr val="dk1"/>
                </a:highlight>
              </a:defRPr>
            </a:lvl2pPr>
            <a:lvl3pPr indent="-323850" lvl="2" marL="1371600">
              <a:spcBef>
                <a:spcPts val="0"/>
              </a:spcBef>
              <a:spcAft>
                <a:spcPts val="0"/>
              </a:spcAft>
              <a:buClr>
                <a:schemeClr val="lt2"/>
              </a:buClr>
              <a:buSzPts val="1500"/>
              <a:buFont typeface="Space Grotesk"/>
              <a:buChar char="■"/>
              <a:defRPr sz="1500">
                <a:solidFill>
                  <a:schemeClr val="lt2"/>
                </a:solidFill>
                <a:highlight>
                  <a:schemeClr val="dk1"/>
                </a:highlight>
              </a:defRPr>
            </a:lvl3pPr>
            <a:lvl4pPr indent="-323850" lvl="3" marL="1828800">
              <a:spcBef>
                <a:spcPts val="0"/>
              </a:spcBef>
              <a:spcAft>
                <a:spcPts val="0"/>
              </a:spcAft>
              <a:buClr>
                <a:schemeClr val="lt2"/>
              </a:buClr>
              <a:buSzPts val="1500"/>
              <a:buFont typeface="Space Grotesk"/>
              <a:buChar char="●"/>
              <a:defRPr sz="1500">
                <a:solidFill>
                  <a:schemeClr val="lt2"/>
                </a:solidFill>
                <a:highlight>
                  <a:schemeClr val="dk1"/>
                </a:highlight>
              </a:defRPr>
            </a:lvl4pPr>
            <a:lvl5pPr indent="-323850" lvl="4" marL="2286000">
              <a:spcBef>
                <a:spcPts val="0"/>
              </a:spcBef>
              <a:spcAft>
                <a:spcPts val="0"/>
              </a:spcAft>
              <a:buClr>
                <a:schemeClr val="lt2"/>
              </a:buClr>
              <a:buSzPts val="1500"/>
              <a:buFont typeface="Space Grotesk"/>
              <a:buChar char="○"/>
              <a:defRPr sz="1500">
                <a:solidFill>
                  <a:schemeClr val="lt2"/>
                </a:solidFill>
                <a:highlight>
                  <a:schemeClr val="dk1"/>
                </a:highlight>
              </a:defRPr>
            </a:lvl5pPr>
            <a:lvl6pPr indent="-323850" lvl="5" marL="2743200">
              <a:spcBef>
                <a:spcPts val="0"/>
              </a:spcBef>
              <a:spcAft>
                <a:spcPts val="0"/>
              </a:spcAft>
              <a:buClr>
                <a:schemeClr val="lt2"/>
              </a:buClr>
              <a:buSzPts val="1500"/>
              <a:buFont typeface="Space Grotesk"/>
              <a:buChar char="■"/>
              <a:defRPr sz="1500">
                <a:solidFill>
                  <a:schemeClr val="lt2"/>
                </a:solidFill>
                <a:highlight>
                  <a:schemeClr val="dk1"/>
                </a:highlight>
              </a:defRPr>
            </a:lvl6pPr>
            <a:lvl7pPr indent="-323850" lvl="6" marL="3200400">
              <a:spcBef>
                <a:spcPts val="0"/>
              </a:spcBef>
              <a:spcAft>
                <a:spcPts val="0"/>
              </a:spcAft>
              <a:buClr>
                <a:schemeClr val="lt2"/>
              </a:buClr>
              <a:buSzPts val="1500"/>
              <a:buFont typeface="Space Grotesk"/>
              <a:buChar char="●"/>
              <a:defRPr sz="1500">
                <a:solidFill>
                  <a:schemeClr val="lt2"/>
                </a:solidFill>
                <a:highlight>
                  <a:schemeClr val="dk1"/>
                </a:highlight>
              </a:defRPr>
            </a:lvl7pPr>
            <a:lvl8pPr indent="-323850" lvl="7" marL="3657600">
              <a:spcBef>
                <a:spcPts val="0"/>
              </a:spcBef>
              <a:spcAft>
                <a:spcPts val="0"/>
              </a:spcAft>
              <a:buClr>
                <a:schemeClr val="lt2"/>
              </a:buClr>
              <a:buSzPts val="1500"/>
              <a:buFont typeface="Space Grotesk"/>
              <a:buChar char="○"/>
              <a:defRPr sz="1500">
                <a:solidFill>
                  <a:schemeClr val="lt2"/>
                </a:solidFill>
                <a:highlight>
                  <a:schemeClr val="dk1"/>
                </a:highlight>
              </a:defRPr>
            </a:lvl8pPr>
            <a:lvl9pPr indent="-323850" lvl="8" marL="4114800">
              <a:spcBef>
                <a:spcPts val="0"/>
              </a:spcBef>
              <a:spcAft>
                <a:spcPts val="0"/>
              </a:spcAft>
              <a:buClr>
                <a:schemeClr val="lt2"/>
              </a:buClr>
              <a:buSzPts val="1500"/>
              <a:buFont typeface="Space Grotesk"/>
              <a:buChar char="■"/>
              <a:defRPr sz="1500">
                <a:solidFill>
                  <a:schemeClr val="lt2"/>
                </a:solidFill>
                <a:highlight>
                  <a:schemeClr val="dk1"/>
                </a:highlight>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
    <p:bg>
      <p:bgPr>
        <a:solidFill>
          <a:schemeClr val="accent2"/>
        </a:solidFill>
      </p:bgPr>
    </p:bg>
    <p:spTree>
      <p:nvGrpSpPr>
        <p:cNvPr id="134" name="Shape 134"/>
        <p:cNvGrpSpPr/>
        <p:nvPr/>
      </p:nvGrpSpPr>
      <p:grpSpPr>
        <a:xfrm>
          <a:off x="0" y="0"/>
          <a:ext cx="0" cy="0"/>
          <a:chOff x="0" y="0"/>
          <a:chExt cx="0" cy="0"/>
        </a:xfrm>
      </p:grpSpPr>
      <p:sp>
        <p:nvSpPr>
          <p:cNvPr id="135" name="Google Shape;135;p19"/>
          <p:cNvSpPr/>
          <p:nvPr>
            <p:ph idx="2" type="pic"/>
          </p:nvPr>
        </p:nvSpPr>
        <p:spPr>
          <a:xfrm>
            <a:off x="743700" y="1693750"/>
            <a:ext cx="3974100" cy="2702400"/>
          </a:xfrm>
          <a:prstGeom prst="rect">
            <a:avLst/>
          </a:prstGeom>
          <a:noFill/>
          <a:ln>
            <a:noFill/>
          </a:ln>
        </p:spPr>
      </p:sp>
      <p:grpSp>
        <p:nvGrpSpPr>
          <p:cNvPr id="136" name="Google Shape;136;p19"/>
          <p:cNvGrpSpPr/>
          <p:nvPr/>
        </p:nvGrpSpPr>
        <p:grpSpPr>
          <a:xfrm>
            <a:off x="743700" y="742300"/>
            <a:ext cx="7047725" cy="3657400"/>
            <a:chOff x="743700" y="742300"/>
            <a:chExt cx="7047725" cy="3657400"/>
          </a:xfrm>
        </p:grpSpPr>
        <p:sp>
          <p:nvSpPr>
            <p:cNvPr id="137" name="Google Shape;137;p19"/>
            <p:cNvSpPr/>
            <p:nvPr/>
          </p:nvSpPr>
          <p:spPr>
            <a:xfrm>
              <a:off x="4626725" y="1693750"/>
              <a:ext cx="3164700" cy="17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38" name="Google Shape;138;p19"/>
            <p:cNvSpPr/>
            <p:nvPr/>
          </p:nvSpPr>
          <p:spPr>
            <a:xfrm>
              <a:off x="4718150" y="3341000"/>
              <a:ext cx="14652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39" name="Google Shape;139;p19"/>
            <p:cNvSpPr/>
            <p:nvPr/>
          </p:nvSpPr>
          <p:spPr>
            <a:xfrm>
              <a:off x="743700" y="742300"/>
              <a:ext cx="4529700" cy="1839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40" name="Google Shape;140;p19"/>
            <p:cNvSpPr/>
            <p:nvPr/>
          </p:nvSpPr>
          <p:spPr>
            <a:xfrm>
              <a:off x="1359836" y="2451775"/>
              <a:ext cx="4164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41" name="Google Shape;141;p19"/>
            <p:cNvSpPr/>
            <p:nvPr/>
          </p:nvSpPr>
          <p:spPr>
            <a:xfrm>
              <a:off x="744050" y="3236575"/>
              <a:ext cx="7419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42" name="Google Shape;142;p19"/>
            <p:cNvSpPr/>
            <p:nvPr/>
          </p:nvSpPr>
          <p:spPr>
            <a:xfrm>
              <a:off x="1495975" y="2368625"/>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43" name="Google Shape;143;p19"/>
            <p:cNvSpPr/>
            <p:nvPr/>
          </p:nvSpPr>
          <p:spPr>
            <a:xfrm>
              <a:off x="3976375" y="2351575"/>
              <a:ext cx="741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144" name="Google Shape;144;p19"/>
          <p:cNvSpPr/>
          <p:nvPr/>
        </p:nvSpPr>
        <p:spPr>
          <a:xfrm>
            <a:off x="4718150" y="2839125"/>
            <a:ext cx="1465200" cy="576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45" name="Google Shape;145;p19"/>
          <p:cNvSpPr/>
          <p:nvPr/>
        </p:nvSpPr>
        <p:spPr>
          <a:xfrm>
            <a:off x="6183250" y="3341000"/>
            <a:ext cx="12453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6" name="Google Shape;146;p19"/>
          <p:cNvSpPr txBox="1"/>
          <p:nvPr>
            <p:ph type="title"/>
          </p:nvPr>
        </p:nvSpPr>
        <p:spPr>
          <a:xfrm>
            <a:off x="1032350" y="737025"/>
            <a:ext cx="3651300" cy="1555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47" name="Google Shape;147;p19"/>
          <p:cNvSpPr txBox="1"/>
          <p:nvPr>
            <p:ph idx="3" type="title"/>
          </p:nvPr>
        </p:nvSpPr>
        <p:spPr>
          <a:xfrm>
            <a:off x="6183250" y="3136100"/>
            <a:ext cx="2217000" cy="208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lnSpc>
                <a:spcPct val="115000"/>
              </a:lnSpc>
              <a:spcBef>
                <a:spcPts val="0"/>
              </a:spcBef>
              <a:spcAft>
                <a:spcPts val="0"/>
              </a:spcAft>
              <a:buSzPts val="1000"/>
              <a:buFont typeface="Space Grotesk Medium"/>
              <a:buNone/>
              <a:defRPr sz="1000">
                <a:highlight>
                  <a:schemeClr val="lt2"/>
                </a:highlight>
              </a:defRPr>
            </a:lvl2pPr>
            <a:lvl3pPr lvl="2">
              <a:lnSpc>
                <a:spcPct val="115000"/>
              </a:lnSpc>
              <a:spcBef>
                <a:spcPts val="0"/>
              </a:spcBef>
              <a:spcAft>
                <a:spcPts val="0"/>
              </a:spcAft>
              <a:buSzPts val="1000"/>
              <a:buFont typeface="Space Grotesk Medium"/>
              <a:buNone/>
              <a:defRPr sz="1000">
                <a:highlight>
                  <a:schemeClr val="lt2"/>
                </a:highlight>
              </a:defRPr>
            </a:lvl3pPr>
            <a:lvl4pPr lvl="3">
              <a:lnSpc>
                <a:spcPct val="115000"/>
              </a:lnSpc>
              <a:spcBef>
                <a:spcPts val="0"/>
              </a:spcBef>
              <a:spcAft>
                <a:spcPts val="0"/>
              </a:spcAft>
              <a:buSzPts val="1000"/>
              <a:buFont typeface="Space Grotesk Medium"/>
              <a:buNone/>
              <a:defRPr sz="1000">
                <a:highlight>
                  <a:schemeClr val="lt2"/>
                </a:highlight>
              </a:defRPr>
            </a:lvl4pPr>
            <a:lvl5pPr lvl="4">
              <a:lnSpc>
                <a:spcPct val="115000"/>
              </a:lnSpc>
              <a:spcBef>
                <a:spcPts val="0"/>
              </a:spcBef>
              <a:spcAft>
                <a:spcPts val="0"/>
              </a:spcAft>
              <a:buSzPts val="1000"/>
              <a:buFont typeface="Space Grotesk Medium"/>
              <a:buNone/>
              <a:defRPr sz="1000">
                <a:highlight>
                  <a:schemeClr val="lt2"/>
                </a:highlight>
              </a:defRPr>
            </a:lvl5pPr>
            <a:lvl6pPr lvl="5">
              <a:lnSpc>
                <a:spcPct val="115000"/>
              </a:lnSpc>
              <a:spcBef>
                <a:spcPts val="0"/>
              </a:spcBef>
              <a:spcAft>
                <a:spcPts val="0"/>
              </a:spcAft>
              <a:buSzPts val="1000"/>
              <a:buFont typeface="Space Grotesk Medium"/>
              <a:buNone/>
              <a:defRPr sz="1000">
                <a:highlight>
                  <a:schemeClr val="lt2"/>
                </a:highlight>
              </a:defRPr>
            </a:lvl6pPr>
            <a:lvl7pPr lvl="6">
              <a:lnSpc>
                <a:spcPct val="115000"/>
              </a:lnSpc>
              <a:spcBef>
                <a:spcPts val="0"/>
              </a:spcBef>
              <a:spcAft>
                <a:spcPts val="0"/>
              </a:spcAft>
              <a:buSzPts val="1000"/>
              <a:buFont typeface="Space Grotesk Medium"/>
              <a:buNone/>
              <a:defRPr sz="1000">
                <a:highlight>
                  <a:schemeClr val="lt2"/>
                </a:highlight>
              </a:defRPr>
            </a:lvl7pPr>
            <a:lvl8pPr lvl="7">
              <a:lnSpc>
                <a:spcPct val="115000"/>
              </a:lnSpc>
              <a:spcBef>
                <a:spcPts val="0"/>
              </a:spcBef>
              <a:spcAft>
                <a:spcPts val="0"/>
              </a:spcAft>
              <a:buSzPts val="1000"/>
              <a:buFont typeface="Space Grotesk Medium"/>
              <a:buNone/>
              <a:defRPr sz="1000">
                <a:highlight>
                  <a:schemeClr val="lt2"/>
                </a:highlight>
              </a:defRPr>
            </a:lvl8pPr>
            <a:lvl9pPr lvl="8">
              <a:lnSpc>
                <a:spcPct val="115000"/>
              </a:lnSpc>
              <a:spcBef>
                <a:spcPts val="0"/>
              </a:spcBef>
              <a:spcAft>
                <a:spcPts val="0"/>
              </a:spcAft>
              <a:buSzPts val="1000"/>
              <a:buFont typeface="Space Grotesk Medium"/>
              <a:buNone/>
              <a:defRPr sz="1000">
                <a:highlight>
                  <a:schemeClr val="lt2"/>
                </a:highlight>
              </a:defRPr>
            </a:lvl9pPr>
          </a:lstStyle>
          <a:p/>
        </p:txBody>
      </p:sp>
      <p:sp>
        <p:nvSpPr>
          <p:cNvPr id="148" name="Google Shape;148;p19"/>
          <p:cNvSpPr txBox="1"/>
          <p:nvPr>
            <p:ph idx="4" type="title"/>
          </p:nvPr>
        </p:nvSpPr>
        <p:spPr>
          <a:xfrm>
            <a:off x="4713425" y="1725175"/>
            <a:ext cx="2991300" cy="1211400"/>
          </a:xfrm>
          <a:prstGeom prst="rect">
            <a:avLst/>
          </a:prstGeom>
        </p:spPr>
        <p:txBody>
          <a:bodyPr anchorCtr="0" anchor="t" bIns="0" lIns="0" spcFirstLastPara="1" rIns="0" wrap="square" tIns="0">
            <a:noAutofit/>
          </a:bodyPr>
          <a:lstStyle>
            <a:lvl1pPr lvl="0">
              <a:lnSpc>
                <a:spcPct val="115000"/>
              </a:lnSpc>
              <a:spcBef>
                <a:spcPts val="0"/>
              </a:spcBef>
              <a:spcAft>
                <a:spcPts val="0"/>
              </a:spcAft>
              <a:buSzPts val="1500"/>
              <a:buFont typeface="Space Grotesk Medium"/>
              <a:buNone/>
              <a:defRPr sz="1500">
                <a:highlight>
                  <a:schemeClr val="lt2"/>
                </a:highlight>
              </a:defRPr>
            </a:lvl1pPr>
            <a:lvl2pPr lvl="1">
              <a:lnSpc>
                <a:spcPct val="115000"/>
              </a:lnSpc>
              <a:spcBef>
                <a:spcPts val="0"/>
              </a:spcBef>
              <a:spcAft>
                <a:spcPts val="0"/>
              </a:spcAft>
              <a:buSzPts val="1500"/>
              <a:buFont typeface="Space Grotesk Medium"/>
              <a:buNone/>
              <a:defRPr sz="1500">
                <a:highlight>
                  <a:schemeClr val="lt2"/>
                </a:highlight>
              </a:defRPr>
            </a:lvl2pPr>
            <a:lvl3pPr lvl="2">
              <a:lnSpc>
                <a:spcPct val="115000"/>
              </a:lnSpc>
              <a:spcBef>
                <a:spcPts val="0"/>
              </a:spcBef>
              <a:spcAft>
                <a:spcPts val="0"/>
              </a:spcAft>
              <a:buSzPts val="1500"/>
              <a:buFont typeface="Space Grotesk Medium"/>
              <a:buNone/>
              <a:defRPr sz="1500">
                <a:highlight>
                  <a:schemeClr val="lt2"/>
                </a:highlight>
              </a:defRPr>
            </a:lvl3pPr>
            <a:lvl4pPr lvl="3">
              <a:lnSpc>
                <a:spcPct val="115000"/>
              </a:lnSpc>
              <a:spcBef>
                <a:spcPts val="0"/>
              </a:spcBef>
              <a:spcAft>
                <a:spcPts val="0"/>
              </a:spcAft>
              <a:buSzPts val="1500"/>
              <a:buFont typeface="Space Grotesk Medium"/>
              <a:buNone/>
              <a:defRPr sz="1500">
                <a:highlight>
                  <a:schemeClr val="lt2"/>
                </a:highlight>
              </a:defRPr>
            </a:lvl4pPr>
            <a:lvl5pPr lvl="4">
              <a:lnSpc>
                <a:spcPct val="115000"/>
              </a:lnSpc>
              <a:spcBef>
                <a:spcPts val="0"/>
              </a:spcBef>
              <a:spcAft>
                <a:spcPts val="0"/>
              </a:spcAft>
              <a:buSzPts val="1500"/>
              <a:buFont typeface="Space Grotesk Medium"/>
              <a:buNone/>
              <a:defRPr sz="1500">
                <a:highlight>
                  <a:schemeClr val="lt2"/>
                </a:highlight>
              </a:defRPr>
            </a:lvl5pPr>
            <a:lvl6pPr lvl="5">
              <a:lnSpc>
                <a:spcPct val="115000"/>
              </a:lnSpc>
              <a:spcBef>
                <a:spcPts val="0"/>
              </a:spcBef>
              <a:spcAft>
                <a:spcPts val="0"/>
              </a:spcAft>
              <a:buSzPts val="1500"/>
              <a:buFont typeface="Space Grotesk Medium"/>
              <a:buNone/>
              <a:defRPr sz="1500">
                <a:highlight>
                  <a:schemeClr val="lt2"/>
                </a:highlight>
              </a:defRPr>
            </a:lvl6pPr>
            <a:lvl7pPr lvl="6">
              <a:lnSpc>
                <a:spcPct val="115000"/>
              </a:lnSpc>
              <a:spcBef>
                <a:spcPts val="0"/>
              </a:spcBef>
              <a:spcAft>
                <a:spcPts val="0"/>
              </a:spcAft>
              <a:buSzPts val="1500"/>
              <a:buFont typeface="Space Grotesk Medium"/>
              <a:buNone/>
              <a:defRPr sz="1500">
                <a:highlight>
                  <a:schemeClr val="lt2"/>
                </a:highlight>
              </a:defRPr>
            </a:lvl7pPr>
            <a:lvl8pPr lvl="7">
              <a:lnSpc>
                <a:spcPct val="115000"/>
              </a:lnSpc>
              <a:spcBef>
                <a:spcPts val="0"/>
              </a:spcBef>
              <a:spcAft>
                <a:spcPts val="0"/>
              </a:spcAft>
              <a:buSzPts val="1500"/>
              <a:buFont typeface="Space Grotesk Medium"/>
              <a:buNone/>
              <a:defRPr sz="1500">
                <a:highlight>
                  <a:schemeClr val="lt2"/>
                </a:highlight>
              </a:defRPr>
            </a:lvl8pPr>
            <a:lvl9pPr lvl="8">
              <a:lnSpc>
                <a:spcPct val="115000"/>
              </a:lnSpc>
              <a:spcBef>
                <a:spcPts val="0"/>
              </a:spcBef>
              <a:spcAft>
                <a:spcPts val="0"/>
              </a:spcAft>
              <a:buSzPts val="1500"/>
              <a:buFont typeface="Space Grotesk Medium"/>
              <a:buNone/>
              <a:defRPr sz="1500">
                <a:highlight>
                  <a:schemeClr val="lt2"/>
                </a:highlight>
              </a:defRPr>
            </a:lvl9pPr>
          </a:lstStyle>
          <a:p/>
        </p:txBody>
      </p:sp>
      <p:sp>
        <p:nvSpPr>
          <p:cNvPr id="149" name="Google Shape;149;p19"/>
          <p:cNvSpPr txBox="1"/>
          <p:nvPr>
            <p:ph idx="5" type="title"/>
          </p:nvPr>
        </p:nvSpPr>
        <p:spPr>
          <a:xfrm>
            <a:off x="5340025" y="733275"/>
            <a:ext cx="32874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50" name="Google Shape;150;p19"/>
          <p:cNvSpPr/>
          <p:nvPr>
            <p:ph idx="6" type="pic"/>
          </p:nvPr>
        </p:nvSpPr>
        <p:spPr>
          <a:xfrm>
            <a:off x="6183250" y="3344750"/>
            <a:ext cx="2217000" cy="1051200"/>
          </a:xfrm>
          <a:prstGeom prst="rect">
            <a:avLst/>
          </a:prstGeom>
          <a:noFill/>
          <a:ln>
            <a:noFill/>
          </a:ln>
        </p:spPr>
      </p:sp>
      <p:sp>
        <p:nvSpPr>
          <p:cNvPr id="151" name="Google Shape;151;p19"/>
          <p:cNvSpPr txBox="1"/>
          <p:nvPr>
            <p:ph idx="7" type="title"/>
          </p:nvPr>
        </p:nvSpPr>
        <p:spPr>
          <a:xfrm>
            <a:off x="4804625" y="2962500"/>
            <a:ext cx="1317600" cy="1692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spcBef>
                <a:spcPts val="0"/>
              </a:spcBef>
              <a:spcAft>
                <a:spcPts val="0"/>
              </a:spcAft>
              <a:buSzPts val="1000"/>
              <a:buFont typeface="Space Grotesk Medium"/>
              <a:buNone/>
              <a:defRPr sz="1000">
                <a:highlight>
                  <a:schemeClr val="lt2"/>
                </a:highlight>
              </a:defRPr>
            </a:lvl2pPr>
            <a:lvl3pPr lvl="2">
              <a:spcBef>
                <a:spcPts val="0"/>
              </a:spcBef>
              <a:spcAft>
                <a:spcPts val="0"/>
              </a:spcAft>
              <a:buSzPts val="1000"/>
              <a:buFont typeface="Space Grotesk Medium"/>
              <a:buNone/>
              <a:defRPr sz="1000">
                <a:highlight>
                  <a:schemeClr val="lt2"/>
                </a:highlight>
              </a:defRPr>
            </a:lvl3pPr>
            <a:lvl4pPr lvl="3">
              <a:spcBef>
                <a:spcPts val="0"/>
              </a:spcBef>
              <a:spcAft>
                <a:spcPts val="0"/>
              </a:spcAft>
              <a:buSzPts val="1000"/>
              <a:buFont typeface="Space Grotesk Medium"/>
              <a:buNone/>
              <a:defRPr sz="1000">
                <a:highlight>
                  <a:schemeClr val="lt2"/>
                </a:highlight>
              </a:defRPr>
            </a:lvl4pPr>
            <a:lvl5pPr lvl="4">
              <a:spcBef>
                <a:spcPts val="0"/>
              </a:spcBef>
              <a:spcAft>
                <a:spcPts val="0"/>
              </a:spcAft>
              <a:buSzPts val="1000"/>
              <a:buFont typeface="Space Grotesk Medium"/>
              <a:buNone/>
              <a:defRPr sz="1000">
                <a:highlight>
                  <a:schemeClr val="lt2"/>
                </a:highlight>
              </a:defRPr>
            </a:lvl5pPr>
            <a:lvl6pPr lvl="5">
              <a:spcBef>
                <a:spcPts val="0"/>
              </a:spcBef>
              <a:spcAft>
                <a:spcPts val="0"/>
              </a:spcAft>
              <a:buSzPts val="1000"/>
              <a:buFont typeface="Space Grotesk Medium"/>
              <a:buNone/>
              <a:defRPr sz="1000">
                <a:highlight>
                  <a:schemeClr val="lt2"/>
                </a:highlight>
              </a:defRPr>
            </a:lvl6pPr>
            <a:lvl7pPr lvl="6">
              <a:spcBef>
                <a:spcPts val="0"/>
              </a:spcBef>
              <a:spcAft>
                <a:spcPts val="0"/>
              </a:spcAft>
              <a:buSzPts val="1000"/>
              <a:buFont typeface="Space Grotesk Medium"/>
              <a:buNone/>
              <a:defRPr sz="1000">
                <a:highlight>
                  <a:schemeClr val="lt2"/>
                </a:highlight>
              </a:defRPr>
            </a:lvl7pPr>
            <a:lvl8pPr lvl="7">
              <a:spcBef>
                <a:spcPts val="0"/>
              </a:spcBef>
              <a:spcAft>
                <a:spcPts val="0"/>
              </a:spcAft>
              <a:buSzPts val="1000"/>
              <a:buFont typeface="Space Grotesk Medium"/>
              <a:buNone/>
              <a:defRPr sz="1000">
                <a:highlight>
                  <a:schemeClr val="lt2"/>
                </a:highlight>
              </a:defRPr>
            </a:lvl8pPr>
            <a:lvl9pPr lvl="8">
              <a:spcBef>
                <a:spcPts val="0"/>
              </a:spcBef>
              <a:spcAft>
                <a:spcPts val="0"/>
              </a:spcAft>
              <a:buSzPts val="1000"/>
              <a:buFont typeface="Space Grotesk Medium"/>
              <a:buNone/>
              <a:defRPr sz="1000">
                <a:highlight>
                  <a:schemeClr val="lt2"/>
                </a:highlight>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 Alt 1">
  <p:cSld name="CUSTOM_1">
    <p:bg>
      <p:bgPr>
        <a:solidFill>
          <a:schemeClr val="accent2"/>
        </a:solidFill>
      </p:bgPr>
    </p:bg>
    <p:spTree>
      <p:nvGrpSpPr>
        <p:cNvPr id="152" name="Shape 152"/>
        <p:cNvGrpSpPr/>
        <p:nvPr/>
      </p:nvGrpSpPr>
      <p:grpSpPr>
        <a:xfrm>
          <a:off x="0" y="0"/>
          <a:ext cx="0" cy="0"/>
          <a:chOff x="0" y="0"/>
          <a:chExt cx="0" cy="0"/>
        </a:xfrm>
      </p:grpSpPr>
      <p:sp>
        <p:nvSpPr>
          <p:cNvPr id="153" name="Google Shape;153;p20"/>
          <p:cNvSpPr/>
          <p:nvPr/>
        </p:nvSpPr>
        <p:spPr>
          <a:xfrm>
            <a:off x="743700" y="2071975"/>
            <a:ext cx="357300" cy="510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54" name="Google Shape;154;p20"/>
          <p:cNvSpPr/>
          <p:nvPr>
            <p:ph idx="2" type="pic"/>
          </p:nvPr>
        </p:nvSpPr>
        <p:spPr>
          <a:xfrm>
            <a:off x="978875" y="2071975"/>
            <a:ext cx="3761700" cy="2680200"/>
          </a:xfrm>
          <a:prstGeom prst="rect">
            <a:avLst/>
          </a:prstGeom>
          <a:noFill/>
          <a:ln>
            <a:noFill/>
          </a:ln>
        </p:spPr>
      </p:sp>
      <p:sp>
        <p:nvSpPr>
          <p:cNvPr id="155" name="Google Shape;155;p20"/>
          <p:cNvSpPr/>
          <p:nvPr/>
        </p:nvSpPr>
        <p:spPr>
          <a:xfrm>
            <a:off x="743700" y="743700"/>
            <a:ext cx="4529700" cy="135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56" name="Google Shape;156;p20"/>
          <p:cNvSpPr/>
          <p:nvPr/>
        </p:nvSpPr>
        <p:spPr>
          <a:xfrm>
            <a:off x="1285575" y="2039600"/>
            <a:ext cx="385200" cy="82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57" name="Google Shape;157;p20"/>
          <p:cNvSpPr/>
          <p:nvPr/>
        </p:nvSpPr>
        <p:spPr>
          <a:xfrm>
            <a:off x="742950" y="3098550"/>
            <a:ext cx="1359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58" name="Google Shape;158;p20"/>
          <p:cNvSpPr/>
          <p:nvPr/>
        </p:nvSpPr>
        <p:spPr>
          <a:xfrm>
            <a:off x="4718150" y="3884200"/>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59" name="Google Shape;159;p20"/>
          <p:cNvSpPr/>
          <p:nvPr/>
        </p:nvSpPr>
        <p:spPr>
          <a:xfrm>
            <a:off x="3800525" y="2039600"/>
            <a:ext cx="1004100" cy="7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60" name="Google Shape;160;p20"/>
          <p:cNvSpPr/>
          <p:nvPr/>
        </p:nvSpPr>
        <p:spPr>
          <a:xfrm>
            <a:off x="4718150" y="378500"/>
            <a:ext cx="3552000" cy="402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1" name="Google Shape;161;p20"/>
          <p:cNvSpPr txBox="1"/>
          <p:nvPr>
            <p:ph type="title"/>
          </p:nvPr>
        </p:nvSpPr>
        <p:spPr>
          <a:xfrm>
            <a:off x="4946700" y="623600"/>
            <a:ext cx="3093300" cy="1668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62" name="Google Shape;162;p20"/>
          <p:cNvSpPr/>
          <p:nvPr>
            <p:ph idx="3" type="pic"/>
          </p:nvPr>
        </p:nvSpPr>
        <p:spPr>
          <a:xfrm>
            <a:off x="742950" y="3591150"/>
            <a:ext cx="1359900" cy="970800"/>
          </a:xfrm>
          <a:prstGeom prst="rect">
            <a:avLst/>
          </a:prstGeom>
          <a:noFill/>
          <a:ln>
            <a:noFill/>
          </a:ln>
        </p:spPr>
      </p:sp>
      <p:sp>
        <p:nvSpPr>
          <p:cNvPr id="163" name="Google Shape;163;p20"/>
          <p:cNvSpPr txBox="1"/>
          <p:nvPr>
            <p:ph idx="4" type="title"/>
          </p:nvPr>
        </p:nvSpPr>
        <p:spPr>
          <a:xfrm>
            <a:off x="883025" y="797467"/>
            <a:ext cx="39216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lt2"/>
                </a:highlight>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64" name="Google Shape;164;p20"/>
          <p:cNvSpPr/>
          <p:nvPr/>
        </p:nvSpPr>
        <p:spPr>
          <a:xfrm>
            <a:off x="956075" y="1848025"/>
            <a:ext cx="357300" cy="59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65" name="Google Shape;165;p20"/>
          <p:cNvSpPr txBox="1"/>
          <p:nvPr>
            <p:ph idx="5" type="title"/>
          </p:nvPr>
        </p:nvSpPr>
        <p:spPr>
          <a:xfrm>
            <a:off x="883025" y="1805225"/>
            <a:ext cx="3093300" cy="2667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66" name="Google Shape;166;p20"/>
          <p:cNvSpPr txBox="1"/>
          <p:nvPr>
            <p:ph idx="6" type="title"/>
          </p:nvPr>
        </p:nvSpPr>
        <p:spPr>
          <a:xfrm>
            <a:off x="812500" y="3259700"/>
            <a:ext cx="1463700" cy="4518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1pPr>
            <a:lvl2pPr lvl="1">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2pPr>
            <a:lvl3pPr lvl="2">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3pPr>
            <a:lvl4pPr lvl="3">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4pPr>
            <a:lvl5pPr lvl="4">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5pPr>
            <a:lvl6pPr lvl="5">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6pPr>
            <a:lvl7pPr lvl="6">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7pPr>
            <a:lvl8pPr lvl="7">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8pPr>
            <a:lvl9pPr lvl="8">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image">
  <p:cSld name="BLANK_1_1_1_1_1_1_1_1_1_1_1_1_1_1_2">
    <p:bg>
      <p:bgPr>
        <a:solidFill>
          <a:schemeClr val="dk1"/>
        </a:solidFill>
      </p:bgPr>
    </p:bg>
    <p:spTree>
      <p:nvGrpSpPr>
        <p:cNvPr id="167" name="Shape 167"/>
        <p:cNvGrpSpPr/>
        <p:nvPr/>
      </p:nvGrpSpPr>
      <p:grpSpPr>
        <a:xfrm>
          <a:off x="0" y="0"/>
          <a:ext cx="0" cy="0"/>
          <a:chOff x="0" y="0"/>
          <a:chExt cx="0" cy="0"/>
        </a:xfrm>
      </p:grpSpPr>
      <p:sp>
        <p:nvSpPr>
          <p:cNvPr id="168" name="Google Shape;168;p21"/>
          <p:cNvSpPr txBox="1"/>
          <p:nvPr>
            <p:ph idx="1" type="body"/>
          </p:nvPr>
        </p:nvSpPr>
        <p:spPr>
          <a:xfrm>
            <a:off x="37216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69" name="Google Shape;169;p21"/>
          <p:cNvSpPr/>
          <p:nvPr>
            <p:ph idx="2" type="pic"/>
          </p:nvPr>
        </p:nvSpPr>
        <p:spPr>
          <a:xfrm>
            <a:off x="0" y="0"/>
            <a:ext cx="2546700" cy="3583200"/>
          </a:xfrm>
          <a:prstGeom prst="rect">
            <a:avLst/>
          </a:prstGeom>
          <a:noFill/>
          <a:ln>
            <a:noFill/>
          </a:ln>
        </p:spPr>
      </p:sp>
      <p:sp>
        <p:nvSpPr>
          <p:cNvPr id="170" name="Google Shape;170;p21"/>
          <p:cNvSpPr/>
          <p:nvPr>
            <p:ph idx="3" type="pic"/>
          </p:nvPr>
        </p:nvSpPr>
        <p:spPr>
          <a:xfrm>
            <a:off x="280475" y="474638"/>
            <a:ext cx="2940900" cy="4668900"/>
          </a:xfrm>
          <a:prstGeom prst="rect">
            <a:avLst/>
          </a:prstGeom>
          <a:noFill/>
          <a:ln>
            <a:noFill/>
          </a:ln>
        </p:spPr>
      </p:sp>
      <p:sp>
        <p:nvSpPr>
          <p:cNvPr id="171" name="Google Shape;171;p21"/>
          <p:cNvSpPr/>
          <p:nvPr/>
        </p:nvSpPr>
        <p:spPr>
          <a:xfrm>
            <a:off x="3596536"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2" name="Google Shape;172;p21"/>
          <p:cNvSpPr txBox="1"/>
          <p:nvPr>
            <p:ph idx="4" type="body"/>
          </p:nvPr>
        </p:nvSpPr>
        <p:spPr>
          <a:xfrm>
            <a:off x="55115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73" name="Google Shape;173;p21"/>
          <p:cNvSpPr txBox="1"/>
          <p:nvPr>
            <p:ph idx="5" type="body"/>
          </p:nvPr>
        </p:nvSpPr>
        <p:spPr>
          <a:xfrm>
            <a:off x="7293076" y="3126450"/>
            <a:ext cx="14610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74" name="Google Shape;174;p21"/>
          <p:cNvSpPr txBox="1"/>
          <p:nvPr>
            <p:ph type="title"/>
          </p:nvPr>
        </p:nvSpPr>
        <p:spPr>
          <a:xfrm>
            <a:off x="3598725" y="1485838"/>
            <a:ext cx="4801500" cy="7515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solidFill>
                  <a:schemeClr val="lt2"/>
                </a:solidFill>
                <a:latin typeface="Space Grotesk"/>
                <a:ea typeface="Space Grotesk"/>
                <a:cs typeface="Space Grotesk"/>
                <a:sym typeface="Space Grotesk"/>
              </a:defRPr>
            </a:lvl1pPr>
            <a:lvl2pPr lvl="1">
              <a:spcBef>
                <a:spcPts val="0"/>
              </a:spcBef>
              <a:spcAft>
                <a:spcPts val="0"/>
              </a:spcAft>
              <a:buSzPts val="2800"/>
              <a:buNone/>
              <a:defRPr sz="1000">
                <a:solidFill>
                  <a:schemeClr val="lt2"/>
                </a:solidFill>
                <a:latin typeface="Space Grotesk"/>
                <a:ea typeface="Space Grotesk"/>
                <a:cs typeface="Space Grotesk"/>
                <a:sym typeface="Space Grotesk"/>
              </a:defRPr>
            </a:lvl2pPr>
            <a:lvl3pPr lvl="2">
              <a:spcBef>
                <a:spcPts val="0"/>
              </a:spcBef>
              <a:spcAft>
                <a:spcPts val="0"/>
              </a:spcAft>
              <a:buSzPts val="2800"/>
              <a:buNone/>
              <a:defRPr sz="1000">
                <a:solidFill>
                  <a:schemeClr val="lt2"/>
                </a:solidFill>
                <a:latin typeface="Space Grotesk"/>
                <a:ea typeface="Space Grotesk"/>
                <a:cs typeface="Space Grotesk"/>
                <a:sym typeface="Space Grotesk"/>
              </a:defRPr>
            </a:lvl3pPr>
            <a:lvl4pPr lvl="3">
              <a:spcBef>
                <a:spcPts val="0"/>
              </a:spcBef>
              <a:spcAft>
                <a:spcPts val="0"/>
              </a:spcAft>
              <a:buSzPts val="2800"/>
              <a:buNone/>
              <a:defRPr sz="1000">
                <a:solidFill>
                  <a:schemeClr val="lt2"/>
                </a:solidFill>
                <a:latin typeface="Space Grotesk"/>
                <a:ea typeface="Space Grotesk"/>
                <a:cs typeface="Space Grotesk"/>
                <a:sym typeface="Space Grotesk"/>
              </a:defRPr>
            </a:lvl4pPr>
            <a:lvl5pPr lvl="4">
              <a:spcBef>
                <a:spcPts val="0"/>
              </a:spcBef>
              <a:spcAft>
                <a:spcPts val="0"/>
              </a:spcAft>
              <a:buSzPts val="2800"/>
              <a:buNone/>
              <a:defRPr sz="1000">
                <a:solidFill>
                  <a:schemeClr val="lt2"/>
                </a:solidFill>
                <a:latin typeface="Space Grotesk"/>
                <a:ea typeface="Space Grotesk"/>
                <a:cs typeface="Space Grotesk"/>
                <a:sym typeface="Space Grotesk"/>
              </a:defRPr>
            </a:lvl5pPr>
            <a:lvl6pPr lvl="5">
              <a:spcBef>
                <a:spcPts val="0"/>
              </a:spcBef>
              <a:spcAft>
                <a:spcPts val="0"/>
              </a:spcAft>
              <a:buSzPts val="2800"/>
              <a:buNone/>
              <a:defRPr sz="1000">
                <a:solidFill>
                  <a:schemeClr val="lt2"/>
                </a:solidFill>
                <a:latin typeface="Space Grotesk"/>
                <a:ea typeface="Space Grotesk"/>
                <a:cs typeface="Space Grotesk"/>
                <a:sym typeface="Space Grotesk"/>
              </a:defRPr>
            </a:lvl6pPr>
            <a:lvl7pPr lvl="6">
              <a:spcBef>
                <a:spcPts val="0"/>
              </a:spcBef>
              <a:spcAft>
                <a:spcPts val="0"/>
              </a:spcAft>
              <a:buSzPts val="2800"/>
              <a:buNone/>
              <a:defRPr sz="1000">
                <a:solidFill>
                  <a:schemeClr val="lt2"/>
                </a:solidFill>
                <a:latin typeface="Space Grotesk"/>
                <a:ea typeface="Space Grotesk"/>
                <a:cs typeface="Space Grotesk"/>
                <a:sym typeface="Space Grotesk"/>
              </a:defRPr>
            </a:lvl7pPr>
            <a:lvl8pPr lvl="7">
              <a:spcBef>
                <a:spcPts val="0"/>
              </a:spcBef>
              <a:spcAft>
                <a:spcPts val="0"/>
              </a:spcAft>
              <a:buSzPts val="2800"/>
              <a:buNone/>
              <a:defRPr sz="1000">
                <a:solidFill>
                  <a:schemeClr val="lt2"/>
                </a:solidFill>
                <a:latin typeface="Space Grotesk"/>
                <a:ea typeface="Space Grotesk"/>
                <a:cs typeface="Space Grotesk"/>
                <a:sym typeface="Space Grotesk"/>
              </a:defRPr>
            </a:lvl8pPr>
            <a:lvl9pPr lvl="8">
              <a:spcBef>
                <a:spcPts val="0"/>
              </a:spcBef>
              <a:spcAft>
                <a:spcPts val="0"/>
              </a:spcAft>
              <a:buSzPts val="2800"/>
              <a:buNone/>
              <a:defRPr sz="1000">
                <a:solidFill>
                  <a:schemeClr val="lt2"/>
                </a:solidFill>
                <a:latin typeface="Space Grotesk"/>
                <a:ea typeface="Space Grotesk"/>
                <a:cs typeface="Space Grotesk"/>
                <a:sym typeface="Space Grotesk"/>
              </a:defRPr>
            </a:lvl9pPr>
          </a:lstStyle>
          <a:p/>
        </p:txBody>
      </p:sp>
      <p:sp>
        <p:nvSpPr>
          <p:cNvPr id="175" name="Google Shape;175;p21"/>
          <p:cNvSpPr txBox="1"/>
          <p:nvPr>
            <p:ph idx="6" type="subTitle"/>
          </p:nvPr>
        </p:nvSpPr>
        <p:spPr>
          <a:xfrm>
            <a:off x="37216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76" name="Google Shape;176;p21"/>
          <p:cNvSpPr txBox="1"/>
          <p:nvPr>
            <p:ph idx="7" type="subTitle"/>
          </p:nvPr>
        </p:nvSpPr>
        <p:spPr>
          <a:xfrm>
            <a:off x="55115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77" name="Google Shape;177;p21"/>
          <p:cNvSpPr txBox="1"/>
          <p:nvPr>
            <p:ph idx="8" type="subTitle"/>
          </p:nvPr>
        </p:nvSpPr>
        <p:spPr>
          <a:xfrm>
            <a:off x="7293076" y="2713624"/>
            <a:ext cx="15984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78" name="Google Shape;178;p21"/>
          <p:cNvSpPr txBox="1"/>
          <p:nvPr>
            <p:ph idx="9" type="title"/>
          </p:nvPr>
        </p:nvSpPr>
        <p:spPr>
          <a:xfrm>
            <a:off x="3596525"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179" name="Google Shape;179;p21"/>
          <p:cNvGrpSpPr/>
          <p:nvPr/>
        </p:nvGrpSpPr>
        <p:grpSpPr>
          <a:xfrm>
            <a:off x="4430888" y="323039"/>
            <a:ext cx="149937" cy="118964"/>
            <a:chOff x="2601950" y="1974675"/>
            <a:chExt cx="2474200" cy="1963100"/>
          </a:xfrm>
        </p:grpSpPr>
        <p:sp>
          <p:nvSpPr>
            <p:cNvPr id="180" name="Google Shape;180;p21"/>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1" name="Google Shape;181;p21"/>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2" name="Google Shape;182;p21"/>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3" name="Google Shape;183;p21"/>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4" name="Google Shape;184;p21"/>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5" name="Google Shape;185;p21"/>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6" name="Google Shape;186;p21"/>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87" name="Google Shape;187;p21"/>
          <p:cNvGrpSpPr/>
          <p:nvPr/>
        </p:nvGrpSpPr>
        <p:grpSpPr>
          <a:xfrm>
            <a:off x="3680513" y="323039"/>
            <a:ext cx="149937" cy="118964"/>
            <a:chOff x="2601950" y="1974675"/>
            <a:chExt cx="2474200" cy="1963100"/>
          </a:xfrm>
        </p:grpSpPr>
        <p:sp>
          <p:nvSpPr>
            <p:cNvPr id="188" name="Google Shape;188;p21"/>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9" name="Google Shape;189;p21"/>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0" name="Google Shape;190;p21"/>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1" name="Google Shape;191;p21"/>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2" name="Google Shape;192;p21"/>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3" name="Google Shape;193;p21"/>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4" name="Google Shape;194;p21"/>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95" name="Google Shape;195;p21"/>
          <p:cNvGrpSpPr/>
          <p:nvPr/>
        </p:nvGrpSpPr>
        <p:grpSpPr>
          <a:xfrm>
            <a:off x="4062602" y="323039"/>
            <a:ext cx="149940" cy="118971"/>
            <a:chOff x="4062602" y="323039"/>
            <a:chExt cx="149940" cy="118971"/>
          </a:xfrm>
        </p:grpSpPr>
        <p:sp>
          <p:nvSpPr>
            <p:cNvPr id="196" name="Google Shape;196;p21"/>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7" name="Google Shape;197;p21"/>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8" name="Google Shape;198;p21"/>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1_1_1_1_1_1_1_1_1_1_2_2">
    <p:bg>
      <p:bgPr>
        <a:solidFill>
          <a:schemeClr val="accent4"/>
        </a:solidFill>
      </p:bgPr>
    </p:bg>
    <p:spTree>
      <p:nvGrpSpPr>
        <p:cNvPr id="199" name="Shape 199"/>
        <p:cNvGrpSpPr/>
        <p:nvPr/>
      </p:nvGrpSpPr>
      <p:grpSpPr>
        <a:xfrm>
          <a:off x="0" y="0"/>
          <a:ext cx="0" cy="0"/>
          <a:chOff x="0" y="0"/>
          <a:chExt cx="0" cy="0"/>
        </a:xfrm>
      </p:grpSpPr>
      <p:sp>
        <p:nvSpPr>
          <p:cNvPr id="200" name="Google Shape;200;p22"/>
          <p:cNvSpPr txBox="1"/>
          <p:nvPr>
            <p:ph type="title"/>
          </p:nvPr>
        </p:nvSpPr>
        <p:spPr>
          <a:xfrm>
            <a:off x="245425" y="1563575"/>
            <a:ext cx="3155400" cy="9483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201" name="Google Shape;201;p22"/>
          <p:cNvSpPr txBox="1"/>
          <p:nvPr>
            <p:ph idx="1" type="subTitle"/>
          </p:nvPr>
        </p:nvSpPr>
        <p:spPr>
          <a:xfrm>
            <a:off x="364813"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202" name="Google Shape;202;p22"/>
          <p:cNvSpPr txBox="1"/>
          <p:nvPr>
            <p:ph idx="2" type="subTitle"/>
          </p:nvPr>
        </p:nvSpPr>
        <p:spPr>
          <a:xfrm>
            <a:off x="3320475"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203" name="Google Shape;203;p22"/>
          <p:cNvSpPr txBox="1"/>
          <p:nvPr>
            <p:ph idx="3" type="subTitle"/>
          </p:nvPr>
        </p:nvSpPr>
        <p:spPr>
          <a:xfrm>
            <a:off x="6273125" y="2715820"/>
            <a:ext cx="15483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204" name="Google Shape;204;p22"/>
          <p:cNvSpPr/>
          <p:nvPr/>
        </p:nvSpPr>
        <p:spPr>
          <a:xfrm>
            <a:off x="252611"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5" name="Google Shape;205;p22"/>
          <p:cNvSpPr txBox="1"/>
          <p:nvPr>
            <p:ph idx="4" type="title"/>
          </p:nvPr>
        </p:nvSpPr>
        <p:spPr>
          <a:xfrm>
            <a:off x="252600"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206" name="Google Shape;206;p22"/>
          <p:cNvGrpSpPr/>
          <p:nvPr/>
        </p:nvGrpSpPr>
        <p:grpSpPr>
          <a:xfrm>
            <a:off x="1093863" y="323039"/>
            <a:ext cx="149937" cy="118964"/>
            <a:chOff x="2601950" y="1974675"/>
            <a:chExt cx="2474200" cy="1963100"/>
          </a:xfrm>
        </p:grpSpPr>
        <p:sp>
          <p:nvSpPr>
            <p:cNvPr id="207" name="Google Shape;207;p2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8" name="Google Shape;208;p2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9" name="Google Shape;209;p2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0" name="Google Shape;210;p2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1" name="Google Shape;211;p2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2" name="Google Shape;212;p2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3" name="Google Shape;213;p2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214" name="Google Shape;214;p22"/>
          <p:cNvGrpSpPr/>
          <p:nvPr/>
        </p:nvGrpSpPr>
        <p:grpSpPr>
          <a:xfrm>
            <a:off x="343488" y="323039"/>
            <a:ext cx="149937" cy="118964"/>
            <a:chOff x="2601950" y="1974675"/>
            <a:chExt cx="2474200" cy="1963100"/>
          </a:xfrm>
        </p:grpSpPr>
        <p:sp>
          <p:nvSpPr>
            <p:cNvPr id="215" name="Google Shape;215;p2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6" name="Google Shape;216;p2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7" name="Google Shape;217;p2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8" name="Google Shape;218;p2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9" name="Google Shape;219;p2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20" name="Google Shape;220;p2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21" name="Google Shape;221;p2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222" name="Google Shape;222;p22"/>
          <p:cNvGrpSpPr/>
          <p:nvPr/>
        </p:nvGrpSpPr>
        <p:grpSpPr>
          <a:xfrm>
            <a:off x="725577" y="323039"/>
            <a:ext cx="149940" cy="118971"/>
            <a:chOff x="4062602" y="323039"/>
            <a:chExt cx="149940" cy="118971"/>
          </a:xfrm>
        </p:grpSpPr>
        <p:sp>
          <p:nvSpPr>
            <p:cNvPr id="223" name="Google Shape;223;p22"/>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24" name="Google Shape;224;p22"/>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25" name="Google Shape;225;p22"/>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
        <p:nvSpPr>
          <p:cNvPr id="226" name="Google Shape;226;p22"/>
          <p:cNvSpPr txBox="1"/>
          <p:nvPr>
            <p:ph idx="5" type="body"/>
          </p:nvPr>
        </p:nvSpPr>
        <p:spPr>
          <a:xfrm>
            <a:off x="364813"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227" name="Google Shape;227;p22"/>
          <p:cNvSpPr txBox="1"/>
          <p:nvPr>
            <p:ph idx="6" type="body"/>
          </p:nvPr>
        </p:nvSpPr>
        <p:spPr>
          <a:xfrm>
            <a:off x="3320475"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228" name="Google Shape;228;p22"/>
          <p:cNvSpPr txBox="1"/>
          <p:nvPr>
            <p:ph idx="7" type="body"/>
          </p:nvPr>
        </p:nvSpPr>
        <p:spPr>
          <a:xfrm>
            <a:off x="6273125" y="3126453"/>
            <a:ext cx="24435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dk1"/>
        </a:solidFill>
      </p:bgPr>
    </p:bg>
    <p:spTree>
      <p:nvGrpSpPr>
        <p:cNvPr id="229" name="Shape 229"/>
        <p:cNvGrpSpPr/>
        <p:nvPr/>
      </p:nvGrpSpPr>
      <p:grpSpPr>
        <a:xfrm>
          <a:off x="0" y="0"/>
          <a:ext cx="0" cy="0"/>
          <a:chOff x="0" y="0"/>
          <a:chExt cx="0" cy="0"/>
        </a:xfrm>
      </p:grpSpPr>
      <p:sp>
        <p:nvSpPr>
          <p:cNvPr id="230" name="Google Shape;230;p23"/>
          <p:cNvSpPr txBox="1"/>
          <p:nvPr>
            <p:ph type="title"/>
          </p:nvPr>
        </p:nvSpPr>
        <p:spPr>
          <a:xfrm>
            <a:off x="221375" y="223900"/>
            <a:ext cx="6668100" cy="466800"/>
          </a:xfrm>
          <a:prstGeom prst="rect">
            <a:avLst/>
          </a:prstGeom>
        </p:spPr>
        <p:txBody>
          <a:bodyPr anchorCtr="0" anchor="t" bIns="0" lIns="0" spcFirstLastPara="1" rIns="0" wrap="square" tIns="0">
            <a:normAutofit/>
          </a:bodyPr>
          <a:lstStyle>
            <a:lvl1pPr lvl="0">
              <a:lnSpc>
                <a:spcPct val="80000"/>
              </a:lnSpc>
              <a:spcBef>
                <a:spcPts val="0"/>
              </a:spcBef>
              <a:spcAft>
                <a:spcPts val="0"/>
              </a:spcAft>
              <a:buClr>
                <a:schemeClr val="lt2"/>
              </a:buClr>
              <a:buSzPts val="3500"/>
              <a:buFont typeface="Space Grotesk"/>
              <a:buNone/>
              <a:defRPr sz="3500">
                <a:solidFill>
                  <a:schemeClr val="lt2"/>
                </a:solidFill>
                <a:latin typeface="Space Grotesk"/>
                <a:ea typeface="Space Grotesk"/>
                <a:cs typeface="Space Grotesk"/>
                <a:sym typeface="Space Grotesk"/>
              </a:defRPr>
            </a:lvl1pPr>
            <a:lvl2pPr lvl="1">
              <a:lnSpc>
                <a:spcPct val="80000"/>
              </a:lnSpc>
              <a:spcBef>
                <a:spcPts val="0"/>
              </a:spcBef>
              <a:spcAft>
                <a:spcPts val="0"/>
              </a:spcAft>
              <a:buClr>
                <a:schemeClr val="lt2"/>
              </a:buClr>
              <a:buSzPts val="3900"/>
              <a:buNone/>
              <a:defRPr sz="3900">
                <a:solidFill>
                  <a:schemeClr val="lt2"/>
                </a:solidFill>
              </a:defRPr>
            </a:lvl2pPr>
            <a:lvl3pPr lvl="2">
              <a:lnSpc>
                <a:spcPct val="80000"/>
              </a:lnSpc>
              <a:spcBef>
                <a:spcPts val="0"/>
              </a:spcBef>
              <a:spcAft>
                <a:spcPts val="0"/>
              </a:spcAft>
              <a:buClr>
                <a:schemeClr val="lt2"/>
              </a:buClr>
              <a:buSzPts val="3900"/>
              <a:buNone/>
              <a:defRPr sz="3900">
                <a:solidFill>
                  <a:schemeClr val="lt2"/>
                </a:solidFill>
              </a:defRPr>
            </a:lvl3pPr>
            <a:lvl4pPr lvl="3">
              <a:lnSpc>
                <a:spcPct val="80000"/>
              </a:lnSpc>
              <a:spcBef>
                <a:spcPts val="0"/>
              </a:spcBef>
              <a:spcAft>
                <a:spcPts val="0"/>
              </a:spcAft>
              <a:buClr>
                <a:schemeClr val="lt2"/>
              </a:buClr>
              <a:buSzPts val="3900"/>
              <a:buNone/>
              <a:defRPr sz="3900">
                <a:solidFill>
                  <a:schemeClr val="lt2"/>
                </a:solidFill>
              </a:defRPr>
            </a:lvl4pPr>
            <a:lvl5pPr lvl="4">
              <a:lnSpc>
                <a:spcPct val="80000"/>
              </a:lnSpc>
              <a:spcBef>
                <a:spcPts val="0"/>
              </a:spcBef>
              <a:spcAft>
                <a:spcPts val="0"/>
              </a:spcAft>
              <a:buClr>
                <a:schemeClr val="lt2"/>
              </a:buClr>
              <a:buSzPts val="3900"/>
              <a:buNone/>
              <a:defRPr sz="3900">
                <a:solidFill>
                  <a:schemeClr val="lt2"/>
                </a:solidFill>
              </a:defRPr>
            </a:lvl5pPr>
            <a:lvl6pPr lvl="5">
              <a:lnSpc>
                <a:spcPct val="80000"/>
              </a:lnSpc>
              <a:spcBef>
                <a:spcPts val="0"/>
              </a:spcBef>
              <a:spcAft>
                <a:spcPts val="0"/>
              </a:spcAft>
              <a:buClr>
                <a:schemeClr val="lt2"/>
              </a:buClr>
              <a:buSzPts val="3900"/>
              <a:buNone/>
              <a:defRPr sz="3900">
                <a:solidFill>
                  <a:schemeClr val="lt2"/>
                </a:solidFill>
              </a:defRPr>
            </a:lvl6pPr>
            <a:lvl7pPr lvl="6">
              <a:lnSpc>
                <a:spcPct val="80000"/>
              </a:lnSpc>
              <a:spcBef>
                <a:spcPts val="0"/>
              </a:spcBef>
              <a:spcAft>
                <a:spcPts val="0"/>
              </a:spcAft>
              <a:buClr>
                <a:schemeClr val="lt2"/>
              </a:buClr>
              <a:buSzPts val="3900"/>
              <a:buNone/>
              <a:defRPr sz="3900">
                <a:solidFill>
                  <a:schemeClr val="lt2"/>
                </a:solidFill>
              </a:defRPr>
            </a:lvl7pPr>
            <a:lvl8pPr lvl="7">
              <a:lnSpc>
                <a:spcPct val="80000"/>
              </a:lnSpc>
              <a:spcBef>
                <a:spcPts val="0"/>
              </a:spcBef>
              <a:spcAft>
                <a:spcPts val="0"/>
              </a:spcAft>
              <a:buClr>
                <a:schemeClr val="lt2"/>
              </a:buClr>
              <a:buSzPts val="3900"/>
              <a:buNone/>
              <a:defRPr sz="3900">
                <a:solidFill>
                  <a:schemeClr val="lt2"/>
                </a:solidFill>
              </a:defRPr>
            </a:lvl8pPr>
            <a:lvl9pPr lvl="8">
              <a:lnSpc>
                <a:spcPct val="80000"/>
              </a:lnSpc>
              <a:spcBef>
                <a:spcPts val="0"/>
              </a:spcBef>
              <a:spcAft>
                <a:spcPts val="0"/>
              </a:spcAft>
              <a:buClr>
                <a:schemeClr val="lt2"/>
              </a:buClr>
              <a:buSzPts val="3900"/>
              <a:buNone/>
              <a:defRPr sz="3900">
                <a:solidFill>
                  <a:schemeClr val="lt2"/>
                </a:solidFill>
              </a:defRPr>
            </a:lvl9pPr>
          </a:lstStyle>
          <a:p/>
        </p:txBody>
      </p:sp>
      <p:sp>
        <p:nvSpPr>
          <p:cNvPr id="231" name="Google Shape;231;p23"/>
          <p:cNvSpPr txBox="1"/>
          <p:nvPr>
            <p:ph idx="1" type="body"/>
          </p:nvPr>
        </p:nvSpPr>
        <p:spPr>
          <a:xfrm>
            <a:off x="6197276"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232" name="Google Shape;232;p23"/>
          <p:cNvSpPr txBox="1"/>
          <p:nvPr>
            <p:ph idx="2" type="subTitle"/>
          </p:nvPr>
        </p:nvSpPr>
        <p:spPr>
          <a:xfrm>
            <a:off x="3311200" y="1593874"/>
            <a:ext cx="20577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233" name="Google Shape;233;p23"/>
          <p:cNvSpPr txBox="1"/>
          <p:nvPr>
            <p:ph idx="3" type="subTitle"/>
          </p:nvPr>
        </p:nvSpPr>
        <p:spPr>
          <a:xfrm>
            <a:off x="6294303" y="1593874"/>
            <a:ext cx="20346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234" name="Google Shape;234;p23"/>
          <p:cNvSpPr txBox="1"/>
          <p:nvPr>
            <p:ph idx="4"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235" name="Google Shape;235;p23"/>
          <p:cNvSpPr txBox="1"/>
          <p:nvPr>
            <p:ph idx="5" type="body"/>
          </p:nvPr>
        </p:nvSpPr>
        <p:spPr>
          <a:xfrm>
            <a:off x="3224231"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236" name="Google Shape;236;p23"/>
          <p:cNvSpPr txBox="1"/>
          <p:nvPr>
            <p:ph idx="6" type="body"/>
          </p:nvPr>
        </p:nvSpPr>
        <p:spPr>
          <a:xfrm>
            <a:off x="252600" y="2370325"/>
            <a:ext cx="2187000" cy="646200"/>
          </a:xfrm>
          <a:prstGeom prst="rect">
            <a:avLst/>
          </a:prstGeom>
        </p:spPr>
        <p:txBody>
          <a:bodyPr anchorCtr="0" anchor="t" bIns="90000" lIns="0" spcFirstLastPara="1" rIns="0" wrap="square" tIns="0">
            <a:noAutofit/>
          </a:bodyPr>
          <a:lstStyle>
            <a:lvl1pPr indent="-323850" lvl="0" marL="457200">
              <a:lnSpc>
                <a:spcPct val="100000"/>
              </a:lnSpc>
              <a:spcBef>
                <a:spcPts val="0"/>
              </a:spcBef>
              <a:spcAft>
                <a:spcPts val="0"/>
              </a:spcAft>
              <a:buSzPts val="1500"/>
              <a:buFont typeface="Space Grotesk Medium"/>
              <a:buChar char="●"/>
              <a:defRPr sz="1500">
                <a:latin typeface="Space Grotesk Medium"/>
                <a:ea typeface="Space Grotesk Medium"/>
                <a:cs typeface="Space Grotesk Medium"/>
                <a:sym typeface="Space Grotesk Medium"/>
              </a:defRPr>
            </a:lvl1pPr>
            <a:lvl2pPr indent="-323850" lvl="1" marL="914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2pPr>
            <a:lvl3pPr indent="-323850" lvl="2" marL="1371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3pPr>
            <a:lvl4pPr indent="-323850" lvl="3" marL="18288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4pPr>
            <a:lvl5pPr indent="-323850" lvl="4" marL="22860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5pPr>
            <a:lvl6pPr indent="-323850" lvl="5" marL="27432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6pPr>
            <a:lvl7pPr indent="-323850" lvl="6" marL="3200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7pPr>
            <a:lvl8pPr indent="-323850" lvl="7" marL="3657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8pPr>
            <a:lvl9pPr indent="-323850" lvl="8" marL="4114800">
              <a:spcBef>
                <a:spcPts val="800"/>
              </a:spcBef>
              <a:spcAft>
                <a:spcPts val="800"/>
              </a:spcAft>
              <a:buSzPts val="1500"/>
              <a:buFont typeface="Space Grotesk Medium"/>
              <a:buChar char="■"/>
              <a:defRPr sz="1500">
                <a:latin typeface="Space Grotesk Medium"/>
                <a:ea typeface="Space Grotesk Medium"/>
                <a:cs typeface="Space Grotesk Medium"/>
                <a:sym typeface="Space Grotesk Medium"/>
              </a:defRPr>
            </a:lvl9pPr>
          </a:lstStyle>
          <a:p/>
        </p:txBody>
      </p:sp>
      <p:sp>
        <p:nvSpPr>
          <p:cNvPr id="237" name="Google Shape;237;p23"/>
          <p:cNvSpPr txBox="1"/>
          <p:nvPr>
            <p:ph idx="7" type="body"/>
          </p:nvPr>
        </p:nvSpPr>
        <p:spPr>
          <a:xfrm>
            <a:off x="252600" y="3039157"/>
            <a:ext cx="2118600" cy="876300"/>
          </a:xfrm>
          <a:prstGeom prst="rect">
            <a:avLst/>
          </a:prstGeom>
        </p:spPr>
        <p:txBody>
          <a:bodyPr anchorCtr="0" anchor="t" bIns="9000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guide id="7" orient="horz" pos="2772">
          <p15:clr>
            <a:srgbClr val="E46962"/>
          </p15:clr>
        </p15:guide>
        <p15:guide id="8" orient="horz" pos="159">
          <p15:clr>
            <a:srgbClr val="E46962"/>
          </p15:clr>
        </p15:guide>
        <p15:guide id="9" orient="horz" pos="598">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ngo">
  <p:cSld name="BLANK_1_1_1_1_1_1_1_1_1_1_1_1_1_1_2_1_2">
    <p:bg>
      <p:bgPr>
        <a:solidFill>
          <a:schemeClr val="dk1"/>
        </a:solidFill>
      </p:bgPr>
    </p:bg>
    <p:spTree>
      <p:nvGrpSpPr>
        <p:cNvPr id="238" name="Shape 238"/>
        <p:cNvGrpSpPr/>
        <p:nvPr/>
      </p:nvGrpSpPr>
      <p:grpSpPr>
        <a:xfrm>
          <a:off x="0" y="0"/>
          <a:ext cx="0" cy="0"/>
          <a:chOff x="0" y="0"/>
          <a:chExt cx="0" cy="0"/>
        </a:xfrm>
      </p:grpSpPr>
      <p:sp>
        <p:nvSpPr>
          <p:cNvPr id="239" name="Google Shape;239;p24"/>
          <p:cNvSpPr txBox="1"/>
          <p:nvPr>
            <p:ph idx="1"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240" name="Google Shape;240;p24"/>
          <p:cNvSpPr txBox="1"/>
          <p:nvPr>
            <p:ph idx="2" type="subTitle"/>
          </p:nvPr>
        </p:nvSpPr>
        <p:spPr>
          <a:xfrm>
            <a:off x="252600" y="2831039"/>
            <a:ext cx="2734200" cy="493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500"/>
              <a:buFont typeface="Space Grotesk Medium"/>
              <a:buNone/>
              <a:defRPr sz="1500">
                <a:highlight>
                  <a:schemeClr val="lt2"/>
                </a:highlight>
                <a:latin typeface="Space Grotesk Medium"/>
                <a:ea typeface="Space Grotesk Medium"/>
                <a:cs typeface="Space Grotesk Medium"/>
                <a:sym typeface="Space Grotesk Medium"/>
              </a:defRPr>
            </a:lvl1pPr>
            <a:lvl2pPr lvl="1">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2pPr>
            <a:lvl3pPr lvl="2">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3pPr>
            <a:lvl4pPr lvl="3">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4pPr>
            <a:lvl5pPr lvl="4">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5pPr>
            <a:lvl6pPr lvl="5">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6pPr>
            <a:lvl7pPr lvl="6">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7pPr>
            <a:lvl8pPr lvl="7">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8pPr>
            <a:lvl9pPr lvl="8">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9pPr>
          </a:lstStyle>
          <a:p/>
        </p:txBody>
      </p:sp>
      <p:sp>
        <p:nvSpPr>
          <p:cNvPr id="241" name="Google Shape;241;p24"/>
          <p:cNvSpPr txBox="1"/>
          <p:nvPr>
            <p:ph type="title"/>
          </p:nvPr>
        </p:nvSpPr>
        <p:spPr>
          <a:xfrm>
            <a:off x="7520025" y="9499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42" name="Google Shape;242;p24"/>
          <p:cNvSpPr txBox="1"/>
          <p:nvPr>
            <p:ph idx="3" type="title"/>
          </p:nvPr>
        </p:nvSpPr>
        <p:spPr>
          <a:xfrm>
            <a:off x="4390704"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43" name="Google Shape;243;p24"/>
          <p:cNvSpPr txBox="1"/>
          <p:nvPr>
            <p:ph idx="4" type="title"/>
          </p:nvPr>
        </p:nvSpPr>
        <p:spPr>
          <a:xfrm>
            <a:off x="5919225" y="22642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44" name="Google Shape;244;p24"/>
          <p:cNvSpPr txBox="1"/>
          <p:nvPr>
            <p:ph idx="5" type="title"/>
          </p:nvPr>
        </p:nvSpPr>
        <p:spPr>
          <a:xfrm>
            <a:off x="7251700"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45" name="Google Shape;245;p24"/>
          <p:cNvSpPr txBox="1"/>
          <p:nvPr>
            <p:ph idx="6" type="title"/>
          </p:nvPr>
        </p:nvSpPr>
        <p:spPr>
          <a:xfrm>
            <a:off x="4390704" y="390672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46" name="Google Shape;246;p24"/>
          <p:cNvSpPr txBox="1"/>
          <p:nvPr>
            <p:ph idx="7" type="title"/>
          </p:nvPr>
        </p:nvSpPr>
        <p:spPr>
          <a:xfrm>
            <a:off x="5919225" y="376860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47" name="Google Shape;247;p24"/>
          <p:cNvSpPr txBox="1"/>
          <p:nvPr>
            <p:ph idx="8" type="title"/>
          </p:nvPr>
        </p:nvSpPr>
        <p:spPr>
          <a:xfrm>
            <a:off x="7520025" y="36411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5"/>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48" name="Google Shape;248;p24"/>
          <p:cNvSpPr txBox="1"/>
          <p:nvPr>
            <p:ph idx="9" type="title"/>
          </p:nvPr>
        </p:nvSpPr>
        <p:spPr>
          <a:xfrm>
            <a:off x="4390704" y="8980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4"/>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49" name="Google Shape;249;p24"/>
          <p:cNvSpPr txBox="1"/>
          <p:nvPr>
            <p:ph idx="13" type="title"/>
          </p:nvPr>
        </p:nvSpPr>
        <p:spPr>
          <a:xfrm>
            <a:off x="5992500" y="9774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0" name="Google Shape;250;p24"/>
          <p:cNvSpPr txBox="1"/>
          <p:nvPr>
            <p:ph idx="14" type="title"/>
          </p:nvPr>
        </p:nvSpPr>
        <p:spPr>
          <a:xfrm>
            <a:off x="257707" y="3448488"/>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1" name="Google Shape;251;p24"/>
          <p:cNvSpPr txBox="1"/>
          <p:nvPr>
            <p:ph idx="15" type="title"/>
          </p:nvPr>
        </p:nvSpPr>
        <p:spPr>
          <a:xfrm>
            <a:off x="257707" y="3961275"/>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2" name="Google Shape;252;p24"/>
          <p:cNvSpPr txBox="1"/>
          <p:nvPr>
            <p:ph idx="16" type="title"/>
          </p:nvPr>
        </p:nvSpPr>
        <p:spPr>
          <a:xfrm>
            <a:off x="1311836"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3" name="Google Shape;253;p24"/>
          <p:cNvSpPr txBox="1"/>
          <p:nvPr>
            <p:ph idx="17" type="title"/>
          </p:nvPr>
        </p:nvSpPr>
        <p:spPr>
          <a:xfrm>
            <a:off x="2365953"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4" name="Google Shape;254;p24"/>
          <p:cNvSpPr txBox="1"/>
          <p:nvPr>
            <p:ph idx="18" type="title"/>
          </p:nvPr>
        </p:nvSpPr>
        <p:spPr>
          <a:xfrm>
            <a:off x="257707" y="4474062"/>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5" name="Google Shape;255;p24"/>
          <p:cNvSpPr txBox="1"/>
          <p:nvPr>
            <p:ph idx="19" type="title"/>
          </p:nvPr>
        </p:nvSpPr>
        <p:spPr>
          <a:xfrm>
            <a:off x="1311836"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6" name="Google Shape;256;p24"/>
          <p:cNvSpPr txBox="1"/>
          <p:nvPr>
            <p:ph idx="20" type="title"/>
          </p:nvPr>
        </p:nvSpPr>
        <p:spPr>
          <a:xfrm>
            <a:off x="2365953"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7" name="Google Shape;257;p24"/>
          <p:cNvSpPr txBox="1"/>
          <p:nvPr>
            <p:ph idx="21" type="title"/>
          </p:nvPr>
        </p:nvSpPr>
        <p:spPr>
          <a:xfrm>
            <a:off x="1313187"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8" name="Google Shape;258;p24"/>
          <p:cNvSpPr txBox="1"/>
          <p:nvPr>
            <p:ph idx="22" type="title"/>
          </p:nvPr>
        </p:nvSpPr>
        <p:spPr>
          <a:xfrm>
            <a:off x="2365953"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59" name="Google Shape;259;p24"/>
          <p:cNvSpPr txBox="1"/>
          <p:nvPr>
            <p:ph idx="23" type="title"/>
          </p:nvPr>
        </p:nvSpPr>
        <p:spPr>
          <a:xfrm>
            <a:off x="216300" y="226194"/>
            <a:ext cx="4216200" cy="416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5"/>
              </a:buClr>
              <a:buSzPts val="3500"/>
              <a:buFont typeface="Space Grotesk"/>
              <a:buNone/>
              <a:defRPr sz="3500">
                <a:solidFill>
                  <a:schemeClr val="accent5"/>
                </a:solidFill>
                <a:latin typeface="Space Grotesk"/>
                <a:ea typeface="Space Grotesk"/>
                <a:cs typeface="Space Grotesk"/>
                <a:sym typeface="Space Grotesk"/>
              </a:defRPr>
            </a:lvl1pPr>
            <a:lvl2pPr lvl="1">
              <a:lnSpc>
                <a:spcPct val="80000"/>
              </a:lnSpc>
              <a:spcBef>
                <a:spcPts val="0"/>
              </a:spcBef>
              <a:spcAft>
                <a:spcPts val="0"/>
              </a:spcAft>
              <a:buClr>
                <a:schemeClr val="accent5"/>
              </a:buClr>
              <a:buSzPts val="3900"/>
              <a:buFont typeface="Space Grotesk Medium"/>
              <a:buNone/>
              <a:defRPr sz="3900">
                <a:solidFill>
                  <a:schemeClr val="accent5"/>
                </a:solidFill>
              </a:defRPr>
            </a:lvl2pPr>
            <a:lvl3pPr lvl="2">
              <a:lnSpc>
                <a:spcPct val="80000"/>
              </a:lnSpc>
              <a:spcBef>
                <a:spcPts val="0"/>
              </a:spcBef>
              <a:spcAft>
                <a:spcPts val="0"/>
              </a:spcAft>
              <a:buClr>
                <a:schemeClr val="accent5"/>
              </a:buClr>
              <a:buSzPts val="3900"/>
              <a:buFont typeface="Space Grotesk Medium"/>
              <a:buNone/>
              <a:defRPr sz="3900">
                <a:solidFill>
                  <a:schemeClr val="accent5"/>
                </a:solidFill>
              </a:defRPr>
            </a:lvl3pPr>
            <a:lvl4pPr lvl="3">
              <a:lnSpc>
                <a:spcPct val="80000"/>
              </a:lnSpc>
              <a:spcBef>
                <a:spcPts val="0"/>
              </a:spcBef>
              <a:spcAft>
                <a:spcPts val="0"/>
              </a:spcAft>
              <a:buClr>
                <a:schemeClr val="accent5"/>
              </a:buClr>
              <a:buSzPts val="3900"/>
              <a:buFont typeface="Space Grotesk Medium"/>
              <a:buNone/>
              <a:defRPr sz="3900">
                <a:solidFill>
                  <a:schemeClr val="accent5"/>
                </a:solidFill>
              </a:defRPr>
            </a:lvl4pPr>
            <a:lvl5pPr lvl="4">
              <a:lnSpc>
                <a:spcPct val="80000"/>
              </a:lnSpc>
              <a:spcBef>
                <a:spcPts val="0"/>
              </a:spcBef>
              <a:spcAft>
                <a:spcPts val="0"/>
              </a:spcAft>
              <a:buClr>
                <a:schemeClr val="accent5"/>
              </a:buClr>
              <a:buSzPts val="3900"/>
              <a:buFont typeface="Space Grotesk Medium"/>
              <a:buNone/>
              <a:defRPr sz="3900">
                <a:solidFill>
                  <a:schemeClr val="accent5"/>
                </a:solidFill>
              </a:defRPr>
            </a:lvl5pPr>
            <a:lvl6pPr lvl="5">
              <a:lnSpc>
                <a:spcPct val="80000"/>
              </a:lnSpc>
              <a:spcBef>
                <a:spcPts val="0"/>
              </a:spcBef>
              <a:spcAft>
                <a:spcPts val="0"/>
              </a:spcAft>
              <a:buClr>
                <a:schemeClr val="accent5"/>
              </a:buClr>
              <a:buSzPts val="3900"/>
              <a:buFont typeface="Space Grotesk Medium"/>
              <a:buNone/>
              <a:defRPr sz="3900">
                <a:solidFill>
                  <a:schemeClr val="accent5"/>
                </a:solidFill>
              </a:defRPr>
            </a:lvl6pPr>
            <a:lvl7pPr lvl="6">
              <a:lnSpc>
                <a:spcPct val="80000"/>
              </a:lnSpc>
              <a:spcBef>
                <a:spcPts val="0"/>
              </a:spcBef>
              <a:spcAft>
                <a:spcPts val="0"/>
              </a:spcAft>
              <a:buClr>
                <a:schemeClr val="accent5"/>
              </a:buClr>
              <a:buSzPts val="3900"/>
              <a:buFont typeface="Space Grotesk Medium"/>
              <a:buNone/>
              <a:defRPr sz="3900">
                <a:solidFill>
                  <a:schemeClr val="accent5"/>
                </a:solidFill>
              </a:defRPr>
            </a:lvl7pPr>
            <a:lvl8pPr lvl="7">
              <a:lnSpc>
                <a:spcPct val="80000"/>
              </a:lnSpc>
              <a:spcBef>
                <a:spcPts val="0"/>
              </a:spcBef>
              <a:spcAft>
                <a:spcPts val="0"/>
              </a:spcAft>
              <a:buClr>
                <a:schemeClr val="accent5"/>
              </a:buClr>
              <a:buSzPts val="3900"/>
              <a:buFont typeface="Space Grotesk Medium"/>
              <a:buNone/>
              <a:defRPr sz="3900">
                <a:solidFill>
                  <a:schemeClr val="accent5"/>
                </a:solidFill>
              </a:defRPr>
            </a:lvl8pPr>
            <a:lvl9pPr lvl="8">
              <a:lnSpc>
                <a:spcPct val="80000"/>
              </a:lnSpc>
              <a:spcBef>
                <a:spcPts val="0"/>
              </a:spcBef>
              <a:spcAft>
                <a:spcPts val="0"/>
              </a:spcAft>
              <a:buClr>
                <a:schemeClr val="accent5"/>
              </a:buClr>
              <a:buSzPts val="3900"/>
              <a:buFont typeface="Space Grotesk Medium"/>
              <a:buNone/>
              <a:defRPr sz="3900">
                <a:solidFill>
                  <a:schemeClr val="accent5"/>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BLANK_1_1_1_1_1_1_1_1_1_1_1_1_1_1_1_1_2">
    <p:bg>
      <p:bgPr>
        <a:solidFill>
          <a:schemeClr val="dk1"/>
        </a:solidFill>
      </p:bgPr>
    </p:bg>
    <p:spTree>
      <p:nvGrpSpPr>
        <p:cNvPr id="260" name="Shape 260"/>
        <p:cNvGrpSpPr/>
        <p:nvPr/>
      </p:nvGrpSpPr>
      <p:grpSpPr>
        <a:xfrm>
          <a:off x="0" y="0"/>
          <a:ext cx="0" cy="0"/>
          <a:chOff x="0" y="0"/>
          <a:chExt cx="0" cy="0"/>
        </a:xfrm>
      </p:grpSpPr>
      <p:sp>
        <p:nvSpPr>
          <p:cNvPr id="261" name="Google Shape;261;p25"/>
          <p:cNvSpPr txBox="1"/>
          <p:nvPr>
            <p:ph type="title"/>
          </p:nvPr>
        </p:nvSpPr>
        <p:spPr>
          <a:xfrm>
            <a:off x="236975" y="4424350"/>
            <a:ext cx="4213800" cy="5421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2800"/>
              <a:buNone/>
              <a:defRPr sz="3500">
                <a:solidFill>
                  <a:schemeClr val="accent5"/>
                </a:solidFill>
              </a:defRPr>
            </a:lvl1pPr>
            <a:lvl2pPr lvl="1">
              <a:lnSpc>
                <a:spcPct val="115000"/>
              </a:lnSpc>
              <a:spcBef>
                <a:spcPts val="0"/>
              </a:spcBef>
              <a:spcAft>
                <a:spcPts val="0"/>
              </a:spcAft>
              <a:buSzPts val="2800"/>
              <a:buNone/>
              <a:defRPr sz="3900">
                <a:solidFill>
                  <a:schemeClr val="accent5"/>
                </a:solidFill>
              </a:defRPr>
            </a:lvl2pPr>
            <a:lvl3pPr lvl="2">
              <a:lnSpc>
                <a:spcPct val="115000"/>
              </a:lnSpc>
              <a:spcBef>
                <a:spcPts val="0"/>
              </a:spcBef>
              <a:spcAft>
                <a:spcPts val="0"/>
              </a:spcAft>
              <a:buSzPts val="2800"/>
              <a:buNone/>
              <a:defRPr sz="3900">
                <a:solidFill>
                  <a:schemeClr val="accent5"/>
                </a:solidFill>
              </a:defRPr>
            </a:lvl3pPr>
            <a:lvl4pPr lvl="3">
              <a:lnSpc>
                <a:spcPct val="115000"/>
              </a:lnSpc>
              <a:spcBef>
                <a:spcPts val="0"/>
              </a:spcBef>
              <a:spcAft>
                <a:spcPts val="0"/>
              </a:spcAft>
              <a:buSzPts val="2800"/>
              <a:buNone/>
              <a:defRPr sz="3900">
                <a:solidFill>
                  <a:schemeClr val="accent5"/>
                </a:solidFill>
              </a:defRPr>
            </a:lvl4pPr>
            <a:lvl5pPr lvl="4">
              <a:lnSpc>
                <a:spcPct val="115000"/>
              </a:lnSpc>
              <a:spcBef>
                <a:spcPts val="0"/>
              </a:spcBef>
              <a:spcAft>
                <a:spcPts val="0"/>
              </a:spcAft>
              <a:buSzPts val="2800"/>
              <a:buNone/>
              <a:defRPr sz="3900">
                <a:solidFill>
                  <a:schemeClr val="accent5"/>
                </a:solidFill>
              </a:defRPr>
            </a:lvl5pPr>
            <a:lvl6pPr lvl="5">
              <a:lnSpc>
                <a:spcPct val="115000"/>
              </a:lnSpc>
              <a:spcBef>
                <a:spcPts val="0"/>
              </a:spcBef>
              <a:spcAft>
                <a:spcPts val="0"/>
              </a:spcAft>
              <a:buSzPts val="2800"/>
              <a:buNone/>
              <a:defRPr sz="3900">
                <a:solidFill>
                  <a:schemeClr val="accent5"/>
                </a:solidFill>
              </a:defRPr>
            </a:lvl6pPr>
            <a:lvl7pPr lvl="6">
              <a:lnSpc>
                <a:spcPct val="115000"/>
              </a:lnSpc>
              <a:spcBef>
                <a:spcPts val="0"/>
              </a:spcBef>
              <a:spcAft>
                <a:spcPts val="0"/>
              </a:spcAft>
              <a:buSzPts val="2800"/>
              <a:buNone/>
              <a:defRPr sz="3900">
                <a:solidFill>
                  <a:schemeClr val="accent5"/>
                </a:solidFill>
              </a:defRPr>
            </a:lvl7pPr>
            <a:lvl8pPr lvl="7">
              <a:lnSpc>
                <a:spcPct val="115000"/>
              </a:lnSpc>
              <a:spcBef>
                <a:spcPts val="0"/>
              </a:spcBef>
              <a:spcAft>
                <a:spcPts val="0"/>
              </a:spcAft>
              <a:buSzPts val="2800"/>
              <a:buNone/>
              <a:defRPr sz="3900">
                <a:solidFill>
                  <a:schemeClr val="accent5"/>
                </a:solidFill>
              </a:defRPr>
            </a:lvl8pPr>
            <a:lvl9pPr lvl="8">
              <a:lnSpc>
                <a:spcPct val="115000"/>
              </a:lnSpc>
              <a:spcBef>
                <a:spcPts val="0"/>
              </a:spcBef>
              <a:spcAft>
                <a:spcPts val="0"/>
              </a:spcAft>
              <a:buSzPts val="2800"/>
              <a:buNone/>
              <a:defRPr sz="3900">
                <a:solidFill>
                  <a:schemeClr val="accent5"/>
                </a:solidFill>
              </a:defRPr>
            </a:lvl9pPr>
          </a:lstStyle>
          <a:p/>
        </p:txBody>
      </p:sp>
      <p:sp>
        <p:nvSpPr>
          <p:cNvPr id="262" name="Google Shape;262;p25"/>
          <p:cNvSpPr txBox="1"/>
          <p:nvPr>
            <p:ph idx="1" type="subTitle"/>
          </p:nvPr>
        </p:nvSpPr>
        <p:spPr>
          <a:xfrm>
            <a:off x="6248450" y="4424346"/>
            <a:ext cx="2847300" cy="4665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9pPr>
          </a:lstStyle>
          <a:p/>
        </p:txBody>
      </p:sp>
      <p:sp>
        <p:nvSpPr>
          <p:cNvPr id="263" name="Google Shape;263;p25"/>
          <p:cNvSpPr txBox="1"/>
          <p:nvPr>
            <p:ph idx="2" type="subTitle"/>
          </p:nvPr>
        </p:nvSpPr>
        <p:spPr>
          <a:xfrm>
            <a:off x="241825" y="2738350"/>
            <a:ext cx="1869600" cy="1603500"/>
          </a:xfrm>
          <a:prstGeom prst="rect">
            <a:avLst/>
          </a:prstGeom>
        </p:spPr>
        <p:txBody>
          <a:bodyPr anchorCtr="0" anchor="b" bIns="0" lIns="0" spcFirstLastPara="1" rIns="0" wrap="square" tIns="0">
            <a:normAutofit/>
          </a:bodyPr>
          <a:lstStyle>
            <a:lvl1pPr lvl="0">
              <a:lnSpc>
                <a:spcPct val="100000"/>
              </a:lnSpc>
              <a:spcBef>
                <a:spcPts val="0"/>
              </a:spcBef>
              <a:spcAft>
                <a:spcPts val="0"/>
              </a:spcAft>
              <a:buClr>
                <a:schemeClr val="lt2"/>
              </a:buClr>
              <a:buSzPts val="1000"/>
              <a:buFont typeface="Space Grotesk"/>
              <a:buNone/>
              <a:defRPr sz="1000">
                <a:solidFill>
                  <a:schemeClr val="lt2"/>
                </a:solidFill>
              </a:defRPr>
            </a:lvl1pPr>
            <a:lvl2pPr lvl="1">
              <a:lnSpc>
                <a:spcPct val="100000"/>
              </a:lnSpc>
              <a:spcBef>
                <a:spcPts val="0"/>
              </a:spcBef>
              <a:spcAft>
                <a:spcPts val="0"/>
              </a:spcAft>
              <a:buClr>
                <a:schemeClr val="lt2"/>
              </a:buClr>
              <a:buSzPts val="1000"/>
              <a:buFont typeface="Space Grotesk"/>
              <a:buNone/>
              <a:defRPr sz="1000">
                <a:solidFill>
                  <a:schemeClr val="lt2"/>
                </a:solidFill>
              </a:defRPr>
            </a:lvl2pPr>
            <a:lvl3pPr lvl="2">
              <a:lnSpc>
                <a:spcPct val="100000"/>
              </a:lnSpc>
              <a:spcBef>
                <a:spcPts val="0"/>
              </a:spcBef>
              <a:spcAft>
                <a:spcPts val="0"/>
              </a:spcAft>
              <a:buClr>
                <a:schemeClr val="lt2"/>
              </a:buClr>
              <a:buSzPts val="1000"/>
              <a:buFont typeface="Space Grotesk"/>
              <a:buNone/>
              <a:defRPr sz="1000">
                <a:solidFill>
                  <a:schemeClr val="lt2"/>
                </a:solidFill>
              </a:defRPr>
            </a:lvl3pPr>
            <a:lvl4pPr lvl="3">
              <a:lnSpc>
                <a:spcPct val="100000"/>
              </a:lnSpc>
              <a:spcBef>
                <a:spcPts val="0"/>
              </a:spcBef>
              <a:spcAft>
                <a:spcPts val="0"/>
              </a:spcAft>
              <a:buClr>
                <a:schemeClr val="lt2"/>
              </a:buClr>
              <a:buSzPts val="1000"/>
              <a:buFont typeface="Space Grotesk"/>
              <a:buNone/>
              <a:defRPr sz="1000">
                <a:solidFill>
                  <a:schemeClr val="lt2"/>
                </a:solidFill>
              </a:defRPr>
            </a:lvl4pPr>
            <a:lvl5pPr lvl="4">
              <a:lnSpc>
                <a:spcPct val="100000"/>
              </a:lnSpc>
              <a:spcBef>
                <a:spcPts val="0"/>
              </a:spcBef>
              <a:spcAft>
                <a:spcPts val="0"/>
              </a:spcAft>
              <a:buClr>
                <a:schemeClr val="lt2"/>
              </a:buClr>
              <a:buSzPts val="1000"/>
              <a:buFont typeface="Space Grotesk"/>
              <a:buNone/>
              <a:defRPr sz="1000">
                <a:solidFill>
                  <a:schemeClr val="lt2"/>
                </a:solidFill>
              </a:defRPr>
            </a:lvl5pPr>
            <a:lvl6pPr lvl="5">
              <a:lnSpc>
                <a:spcPct val="100000"/>
              </a:lnSpc>
              <a:spcBef>
                <a:spcPts val="0"/>
              </a:spcBef>
              <a:spcAft>
                <a:spcPts val="0"/>
              </a:spcAft>
              <a:buClr>
                <a:schemeClr val="lt2"/>
              </a:buClr>
              <a:buSzPts val="1000"/>
              <a:buFont typeface="Space Grotesk"/>
              <a:buNone/>
              <a:defRPr sz="1000">
                <a:solidFill>
                  <a:schemeClr val="lt2"/>
                </a:solidFill>
              </a:defRPr>
            </a:lvl6pPr>
            <a:lvl7pPr lvl="6">
              <a:lnSpc>
                <a:spcPct val="100000"/>
              </a:lnSpc>
              <a:spcBef>
                <a:spcPts val="0"/>
              </a:spcBef>
              <a:spcAft>
                <a:spcPts val="0"/>
              </a:spcAft>
              <a:buClr>
                <a:schemeClr val="lt2"/>
              </a:buClr>
              <a:buSzPts val="1000"/>
              <a:buFont typeface="Space Grotesk"/>
              <a:buNone/>
              <a:defRPr sz="1000">
                <a:solidFill>
                  <a:schemeClr val="lt2"/>
                </a:solidFill>
              </a:defRPr>
            </a:lvl7pPr>
            <a:lvl8pPr lvl="7">
              <a:lnSpc>
                <a:spcPct val="100000"/>
              </a:lnSpc>
              <a:spcBef>
                <a:spcPts val="0"/>
              </a:spcBef>
              <a:spcAft>
                <a:spcPts val="0"/>
              </a:spcAft>
              <a:buClr>
                <a:schemeClr val="lt2"/>
              </a:buClr>
              <a:buSzPts val="1000"/>
              <a:buFont typeface="Space Grotesk"/>
              <a:buNone/>
              <a:defRPr sz="1000">
                <a:solidFill>
                  <a:schemeClr val="lt2"/>
                </a:solidFill>
              </a:defRPr>
            </a:lvl8pPr>
            <a:lvl9pPr lvl="8">
              <a:lnSpc>
                <a:spcPct val="100000"/>
              </a:lnSpc>
              <a:spcBef>
                <a:spcPts val="0"/>
              </a:spcBef>
              <a:spcAft>
                <a:spcPts val="0"/>
              </a:spcAft>
              <a:buClr>
                <a:schemeClr val="lt2"/>
              </a:buClr>
              <a:buSzPts val="1000"/>
              <a:buFont typeface="Space Grotesk"/>
              <a:buNone/>
              <a:defRPr sz="1000">
                <a:solidFill>
                  <a:schemeClr val="lt2"/>
                </a:solidFill>
              </a:defRPr>
            </a:lvl9pPr>
          </a:lstStyle>
          <a:p/>
        </p:txBody>
      </p:sp>
      <p:grpSp>
        <p:nvGrpSpPr>
          <p:cNvPr id="264" name="Google Shape;264;p25"/>
          <p:cNvGrpSpPr/>
          <p:nvPr/>
        </p:nvGrpSpPr>
        <p:grpSpPr>
          <a:xfrm>
            <a:off x="925470" y="348801"/>
            <a:ext cx="7293054" cy="3993059"/>
            <a:chOff x="238125" y="713000"/>
            <a:chExt cx="7143750" cy="4289000"/>
          </a:xfrm>
        </p:grpSpPr>
        <p:sp>
          <p:nvSpPr>
            <p:cNvPr id="265" name="Google Shape;265;p25"/>
            <p:cNvSpPr/>
            <p:nvPr/>
          </p:nvSpPr>
          <p:spPr>
            <a:xfrm>
              <a:off x="1952625" y="3233400"/>
              <a:ext cx="950200" cy="1768600"/>
            </a:xfrm>
            <a:custGeom>
              <a:rect b="b" l="l" r="r" t="t"/>
              <a:pathLst>
                <a:path extrusionOk="0" h="70744" w="38008">
                  <a:moveTo>
                    <a:pt x="0" y="0"/>
                  </a:moveTo>
                  <a:lnTo>
                    <a:pt x="0" y="3607"/>
                  </a:lnTo>
                  <a:lnTo>
                    <a:pt x="3718" y="3607"/>
                  </a:lnTo>
                  <a:lnTo>
                    <a:pt x="3718" y="11153"/>
                  </a:lnTo>
                  <a:lnTo>
                    <a:pt x="0" y="11153"/>
                  </a:lnTo>
                  <a:lnTo>
                    <a:pt x="0" y="18533"/>
                  </a:lnTo>
                  <a:lnTo>
                    <a:pt x="3773" y="18533"/>
                  </a:lnTo>
                  <a:lnTo>
                    <a:pt x="3773" y="25968"/>
                  </a:lnTo>
                  <a:lnTo>
                    <a:pt x="7602" y="25968"/>
                  </a:lnTo>
                  <a:lnTo>
                    <a:pt x="7602" y="29741"/>
                  </a:lnTo>
                  <a:lnTo>
                    <a:pt x="11375" y="29741"/>
                  </a:lnTo>
                  <a:lnTo>
                    <a:pt x="11375" y="33513"/>
                  </a:lnTo>
                  <a:lnTo>
                    <a:pt x="11375" y="37286"/>
                  </a:lnTo>
                  <a:lnTo>
                    <a:pt x="7602" y="37286"/>
                  </a:lnTo>
                  <a:lnTo>
                    <a:pt x="7602" y="70744"/>
                  </a:lnTo>
                  <a:lnTo>
                    <a:pt x="11375" y="70744"/>
                  </a:lnTo>
                  <a:lnTo>
                    <a:pt x="11375" y="63309"/>
                  </a:lnTo>
                  <a:lnTo>
                    <a:pt x="15203" y="63309"/>
                  </a:lnTo>
                  <a:lnTo>
                    <a:pt x="15203" y="52101"/>
                  </a:lnTo>
                  <a:lnTo>
                    <a:pt x="22805" y="52101"/>
                  </a:lnTo>
                  <a:lnTo>
                    <a:pt x="22805" y="44611"/>
                  </a:lnTo>
                  <a:lnTo>
                    <a:pt x="26578" y="44611"/>
                  </a:lnTo>
                  <a:lnTo>
                    <a:pt x="26578" y="33458"/>
                  </a:lnTo>
                  <a:lnTo>
                    <a:pt x="34235" y="33458"/>
                  </a:lnTo>
                  <a:lnTo>
                    <a:pt x="34235" y="22250"/>
                  </a:lnTo>
                  <a:lnTo>
                    <a:pt x="38008" y="22250"/>
                  </a:lnTo>
                  <a:lnTo>
                    <a:pt x="38008" y="14815"/>
                  </a:lnTo>
                  <a:lnTo>
                    <a:pt x="34235" y="14815"/>
                  </a:lnTo>
                  <a:lnTo>
                    <a:pt x="34235" y="11153"/>
                  </a:lnTo>
                  <a:lnTo>
                    <a:pt x="26578" y="11153"/>
                  </a:lnTo>
                  <a:lnTo>
                    <a:pt x="26578" y="7380"/>
                  </a:lnTo>
                  <a:lnTo>
                    <a:pt x="22749" y="7380"/>
                  </a:lnTo>
                  <a:lnTo>
                    <a:pt x="22749" y="3607"/>
                  </a:lnTo>
                  <a:lnTo>
                    <a:pt x="18976" y="3607"/>
                  </a:lnTo>
                  <a:lnTo>
                    <a:pt x="189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6" name="Google Shape;266;p25"/>
            <p:cNvSpPr/>
            <p:nvPr/>
          </p:nvSpPr>
          <p:spPr>
            <a:xfrm>
              <a:off x="5955875" y="3792400"/>
              <a:ext cx="756025" cy="835100"/>
            </a:xfrm>
            <a:custGeom>
              <a:rect b="b" l="l" r="r" t="t"/>
              <a:pathLst>
                <a:path extrusionOk="0" h="33404" w="30241">
                  <a:moveTo>
                    <a:pt x="11320" y="1"/>
                  </a:moveTo>
                  <a:lnTo>
                    <a:pt x="11320" y="3718"/>
                  </a:lnTo>
                  <a:lnTo>
                    <a:pt x="3719" y="3718"/>
                  </a:lnTo>
                  <a:lnTo>
                    <a:pt x="3719" y="7436"/>
                  </a:lnTo>
                  <a:lnTo>
                    <a:pt x="1" y="7436"/>
                  </a:lnTo>
                  <a:lnTo>
                    <a:pt x="1" y="25968"/>
                  </a:lnTo>
                  <a:lnTo>
                    <a:pt x="3663" y="25968"/>
                  </a:lnTo>
                  <a:lnTo>
                    <a:pt x="3663" y="22361"/>
                  </a:lnTo>
                  <a:lnTo>
                    <a:pt x="15149" y="22361"/>
                  </a:lnTo>
                  <a:lnTo>
                    <a:pt x="15149" y="26024"/>
                  </a:lnTo>
                  <a:lnTo>
                    <a:pt x="18922" y="26024"/>
                  </a:lnTo>
                  <a:lnTo>
                    <a:pt x="18922" y="29741"/>
                  </a:lnTo>
                  <a:lnTo>
                    <a:pt x="22750" y="29741"/>
                  </a:lnTo>
                  <a:lnTo>
                    <a:pt x="22750" y="33403"/>
                  </a:lnTo>
                  <a:lnTo>
                    <a:pt x="26579" y="33403"/>
                  </a:lnTo>
                  <a:lnTo>
                    <a:pt x="26579" y="22251"/>
                  </a:lnTo>
                  <a:lnTo>
                    <a:pt x="30241" y="22251"/>
                  </a:lnTo>
                  <a:lnTo>
                    <a:pt x="30241" y="11098"/>
                  </a:lnTo>
                  <a:lnTo>
                    <a:pt x="26523" y="11098"/>
                  </a:lnTo>
                  <a:lnTo>
                    <a:pt x="26523" y="7381"/>
                  </a:lnTo>
                  <a:lnTo>
                    <a:pt x="22695" y="7381"/>
                  </a:lnTo>
                  <a:lnTo>
                    <a:pt x="22695" y="1"/>
                  </a:lnTo>
                  <a:lnTo>
                    <a:pt x="18866" y="1"/>
                  </a:lnTo>
                  <a:lnTo>
                    <a:pt x="18866" y="3663"/>
                  </a:lnTo>
                  <a:lnTo>
                    <a:pt x="15093" y="3663"/>
                  </a:lnTo>
                  <a:lnTo>
                    <a:pt x="150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7" name="Google Shape;267;p25"/>
            <p:cNvSpPr/>
            <p:nvPr/>
          </p:nvSpPr>
          <p:spPr>
            <a:xfrm>
              <a:off x="5858775" y="3324950"/>
              <a:ext cx="283025" cy="277450"/>
            </a:xfrm>
            <a:custGeom>
              <a:rect b="b" l="l" r="r" t="t"/>
              <a:pathLst>
                <a:path extrusionOk="0" h="11098" w="11321">
                  <a:moveTo>
                    <a:pt x="3774" y="0"/>
                  </a:moveTo>
                  <a:lnTo>
                    <a:pt x="3774" y="3773"/>
                  </a:lnTo>
                  <a:lnTo>
                    <a:pt x="1" y="3773"/>
                  </a:lnTo>
                  <a:lnTo>
                    <a:pt x="1" y="11098"/>
                  </a:lnTo>
                  <a:lnTo>
                    <a:pt x="3774" y="11098"/>
                  </a:lnTo>
                  <a:lnTo>
                    <a:pt x="3774" y="7380"/>
                  </a:lnTo>
                  <a:lnTo>
                    <a:pt x="11320" y="7380"/>
                  </a:lnTo>
                  <a:lnTo>
                    <a:pt x="11320" y="3663"/>
                  </a:lnTo>
                  <a:lnTo>
                    <a:pt x="7492" y="3663"/>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8" name="Google Shape;268;p25"/>
            <p:cNvSpPr/>
            <p:nvPr/>
          </p:nvSpPr>
          <p:spPr>
            <a:xfrm>
              <a:off x="1762575" y="2953200"/>
              <a:ext cx="187300" cy="274675"/>
            </a:xfrm>
            <a:custGeom>
              <a:rect b="b" l="l" r="r" t="t"/>
              <a:pathLst>
                <a:path extrusionOk="0" h="10987" w="7492">
                  <a:moveTo>
                    <a:pt x="0" y="0"/>
                  </a:moveTo>
                  <a:lnTo>
                    <a:pt x="0" y="7380"/>
                  </a:lnTo>
                  <a:lnTo>
                    <a:pt x="3774" y="7380"/>
                  </a:lnTo>
                  <a:lnTo>
                    <a:pt x="3774" y="10987"/>
                  </a:lnTo>
                  <a:lnTo>
                    <a:pt x="7491" y="10987"/>
                  </a:lnTo>
                  <a:lnTo>
                    <a:pt x="7491" y="3662"/>
                  </a:lnTo>
                  <a:lnTo>
                    <a:pt x="3718" y="366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9" name="Google Shape;269;p25"/>
            <p:cNvSpPr/>
            <p:nvPr/>
          </p:nvSpPr>
          <p:spPr>
            <a:xfrm>
              <a:off x="6716050" y="1832400"/>
              <a:ext cx="187275" cy="277450"/>
            </a:xfrm>
            <a:custGeom>
              <a:rect b="b" l="l" r="r" t="t"/>
              <a:pathLst>
                <a:path extrusionOk="0" h="11098" w="7491">
                  <a:moveTo>
                    <a:pt x="3773" y="0"/>
                  </a:moveTo>
                  <a:lnTo>
                    <a:pt x="3773" y="3773"/>
                  </a:lnTo>
                  <a:lnTo>
                    <a:pt x="0" y="3773"/>
                  </a:lnTo>
                  <a:lnTo>
                    <a:pt x="0" y="11098"/>
                  </a:lnTo>
                  <a:lnTo>
                    <a:pt x="3718" y="11098"/>
                  </a:lnTo>
                  <a:lnTo>
                    <a:pt x="3718" y="7380"/>
                  </a:lnTo>
                  <a:lnTo>
                    <a:pt x="7491" y="7380"/>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0" name="Google Shape;270;p25"/>
            <p:cNvSpPr/>
            <p:nvPr/>
          </p:nvSpPr>
          <p:spPr>
            <a:xfrm>
              <a:off x="4524375" y="3886725"/>
              <a:ext cx="91575" cy="274700"/>
            </a:xfrm>
            <a:custGeom>
              <a:rect b="b" l="l" r="r" t="t"/>
              <a:pathLst>
                <a:path extrusionOk="0" h="10988" w="3663">
                  <a:moveTo>
                    <a:pt x="0" y="1"/>
                  </a:moveTo>
                  <a:lnTo>
                    <a:pt x="0" y="10987"/>
                  </a:lnTo>
                  <a:lnTo>
                    <a:pt x="3662" y="1098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1" name="Google Shape;271;p25"/>
            <p:cNvSpPr/>
            <p:nvPr/>
          </p:nvSpPr>
          <p:spPr>
            <a:xfrm>
              <a:off x="5477325" y="807300"/>
              <a:ext cx="187300" cy="181750"/>
            </a:xfrm>
            <a:custGeom>
              <a:rect b="b" l="l" r="r" t="t"/>
              <a:pathLst>
                <a:path extrusionOk="0" h="7270" w="7492">
                  <a:moveTo>
                    <a:pt x="1" y="1"/>
                  </a:moveTo>
                  <a:lnTo>
                    <a:pt x="1" y="7270"/>
                  </a:lnTo>
                  <a:lnTo>
                    <a:pt x="7491" y="7270"/>
                  </a:lnTo>
                  <a:lnTo>
                    <a:pt x="7491" y="3608"/>
                  </a:lnTo>
                  <a:lnTo>
                    <a:pt x="3718" y="3608"/>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2" name="Google Shape;272;p25"/>
            <p:cNvSpPr/>
            <p:nvPr/>
          </p:nvSpPr>
          <p:spPr>
            <a:xfrm>
              <a:off x="1951225" y="2765925"/>
              <a:ext cx="94350" cy="183150"/>
            </a:xfrm>
            <a:custGeom>
              <a:rect b="b" l="l" r="r" t="t"/>
              <a:pathLst>
                <a:path extrusionOk="0" h="7326" w="3774">
                  <a:moveTo>
                    <a:pt x="1" y="1"/>
                  </a:moveTo>
                  <a:lnTo>
                    <a:pt x="1" y="7325"/>
                  </a:lnTo>
                  <a:lnTo>
                    <a:pt x="3774" y="7325"/>
                  </a:lnTo>
                  <a:lnTo>
                    <a:pt x="37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3" name="Google Shape;273;p25"/>
            <p:cNvSpPr/>
            <p:nvPr/>
          </p:nvSpPr>
          <p:spPr>
            <a:xfrm>
              <a:off x="3859925" y="900250"/>
              <a:ext cx="91575" cy="183125"/>
            </a:xfrm>
            <a:custGeom>
              <a:rect b="b" l="l" r="r" t="t"/>
              <a:pathLst>
                <a:path extrusionOk="0" h="7325" w="3663">
                  <a:moveTo>
                    <a:pt x="0" y="0"/>
                  </a:moveTo>
                  <a:lnTo>
                    <a:pt x="0" y="7325"/>
                  </a:lnTo>
                  <a:lnTo>
                    <a:pt x="3552" y="7325"/>
                  </a:lnTo>
                  <a:lnTo>
                    <a:pt x="3607" y="6770"/>
                  </a:lnTo>
                  <a:lnTo>
                    <a:pt x="3663" y="5826"/>
                  </a:lnTo>
                  <a:lnTo>
                    <a:pt x="3663" y="3496"/>
                  </a:lnTo>
                  <a:lnTo>
                    <a:pt x="3607" y="1221"/>
                  </a:lnTo>
                  <a:lnTo>
                    <a:pt x="3552" y="389"/>
                  </a:lnTo>
                  <a:lnTo>
                    <a:pt x="34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4" name="Google Shape;274;p25"/>
            <p:cNvSpPr/>
            <p:nvPr/>
          </p:nvSpPr>
          <p:spPr>
            <a:xfrm>
              <a:off x="7097500" y="4444350"/>
              <a:ext cx="92950" cy="183150"/>
            </a:xfrm>
            <a:custGeom>
              <a:rect b="b" l="l" r="r" t="t"/>
              <a:pathLst>
                <a:path extrusionOk="0" h="7326" w="3718">
                  <a:moveTo>
                    <a:pt x="1" y="1"/>
                  </a:moveTo>
                  <a:lnTo>
                    <a:pt x="1" y="7325"/>
                  </a:lnTo>
                  <a:lnTo>
                    <a:pt x="3718" y="7325"/>
                  </a:lnTo>
                  <a:lnTo>
                    <a:pt x="3718" y="5494"/>
                  </a:lnTo>
                  <a:lnTo>
                    <a:pt x="3718" y="3663"/>
                  </a:lnTo>
                  <a:lnTo>
                    <a:pt x="3718" y="183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5" name="Google Shape;275;p25"/>
            <p:cNvSpPr/>
            <p:nvPr/>
          </p:nvSpPr>
          <p:spPr>
            <a:xfrm>
              <a:off x="3477075" y="1832400"/>
              <a:ext cx="91575" cy="184525"/>
            </a:xfrm>
            <a:custGeom>
              <a:rect b="b" l="l" r="r" t="t"/>
              <a:pathLst>
                <a:path extrusionOk="0" h="7381" w="3663">
                  <a:moveTo>
                    <a:pt x="1" y="0"/>
                  </a:moveTo>
                  <a:lnTo>
                    <a:pt x="1" y="7380"/>
                  </a:lnTo>
                  <a:lnTo>
                    <a:pt x="3663" y="7380"/>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6" name="Google Shape;276;p25"/>
            <p:cNvSpPr/>
            <p:nvPr/>
          </p:nvSpPr>
          <p:spPr>
            <a:xfrm>
              <a:off x="3191325" y="1553575"/>
              <a:ext cx="187300" cy="88825"/>
            </a:xfrm>
            <a:custGeom>
              <a:rect b="b" l="l" r="r" t="t"/>
              <a:pathLst>
                <a:path extrusionOk="0" h="3553" w="7492">
                  <a:moveTo>
                    <a:pt x="0" y="1"/>
                  </a:moveTo>
                  <a:lnTo>
                    <a:pt x="0" y="3552"/>
                  </a:lnTo>
                  <a:lnTo>
                    <a:pt x="7491" y="3552"/>
                  </a:lnTo>
                  <a:lnTo>
                    <a:pt x="74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7" name="Google Shape;277;p25"/>
            <p:cNvSpPr/>
            <p:nvPr/>
          </p:nvSpPr>
          <p:spPr>
            <a:xfrm>
              <a:off x="6430275" y="3605150"/>
              <a:ext cx="187300" cy="90200"/>
            </a:xfrm>
            <a:custGeom>
              <a:rect b="b" l="l" r="r" t="t"/>
              <a:pathLst>
                <a:path extrusionOk="0" h="3608" w="7492">
                  <a:moveTo>
                    <a:pt x="1" y="0"/>
                  </a:moveTo>
                  <a:lnTo>
                    <a:pt x="1" y="3607"/>
                  </a:lnTo>
                  <a:lnTo>
                    <a:pt x="7492" y="3607"/>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8" name="Google Shape;278;p25"/>
            <p:cNvSpPr/>
            <p:nvPr/>
          </p:nvSpPr>
          <p:spPr>
            <a:xfrm>
              <a:off x="6240250" y="3513600"/>
              <a:ext cx="187300" cy="88800"/>
            </a:xfrm>
            <a:custGeom>
              <a:rect b="b" l="l" r="r" t="t"/>
              <a:pathLst>
                <a:path extrusionOk="0" h="3552" w="7492">
                  <a:moveTo>
                    <a:pt x="0" y="0"/>
                  </a:moveTo>
                  <a:lnTo>
                    <a:pt x="0" y="3552"/>
                  </a:lnTo>
                  <a:lnTo>
                    <a:pt x="7491" y="3552"/>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9" name="Google Shape;279;p25"/>
            <p:cNvSpPr/>
            <p:nvPr/>
          </p:nvSpPr>
          <p:spPr>
            <a:xfrm>
              <a:off x="2142650" y="29532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0" name="Google Shape;280;p25"/>
            <p:cNvSpPr/>
            <p:nvPr/>
          </p:nvSpPr>
          <p:spPr>
            <a:xfrm>
              <a:off x="4048575" y="898875"/>
              <a:ext cx="92975" cy="90175"/>
            </a:xfrm>
            <a:custGeom>
              <a:rect b="b" l="l" r="r" t="t"/>
              <a:pathLst>
                <a:path extrusionOk="0" h="3607" w="3719">
                  <a:moveTo>
                    <a:pt x="1" y="0"/>
                  </a:moveTo>
                  <a:lnTo>
                    <a:pt x="1" y="3607"/>
                  </a:lnTo>
                  <a:lnTo>
                    <a:pt x="3718" y="3607"/>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1" name="Google Shape;281;p25"/>
            <p:cNvSpPr/>
            <p:nvPr/>
          </p:nvSpPr>
          <p:spPr>
            <a:xfrm>
              <a:off x="5191575" y="32334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2" name="Google Shape;282;p25"/>
            <p:cNvSpPr/>
            <p:nvPr/>
          </p:nvSpPr>
          <p:spPr>
            <a:xfrm>
              <a:off x="7001800" y="4631625"/>
              <a:ext cx="91575" cy="90175"/>
            </a:xfrm>
            <a:custGeom>
              <a:rect b="b" l="l" r="r" t="t"/>
              <a:pathLst>
                <a:path extrusionOk="0" h="3607" w="3663">
                  <a:moveTo>
                    <a:pt x="0" y="0"/>
                  </a:moveTo>
                  <a:lnTo>
                    <a:pt x="0" y="3607"/>
                  </a:lnTo>
                  <a:lnTo>
                    <a:pt x="3662" y="3607"/>
                  </a:lnTo>
                  <a:lnTo>
                    <a:pt x="3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3" name="Google Shape;283;p25"/>
            <p:cNvSpPr/>
            <p:nvPr/>
          </p:nvSpPr>
          <p:spPr>
            <a:xfrm>
              <a:off x="5573025" y="3419275"/>
              <a:ext cx="91600" cy="88800"/>
            </a:xfrm>
            <a:custGeom>
              <a:rect b="b" l="l" r="r" t="t"/>
              <a:pathLst>
                <a:path extrusionOk="0" h="3552" w="3664">
                  <a:moveTo>
                    <a:pt x="1" y="0"/>
                  </a:moveTo>
                  <a:lnTo>
                    <a:pt x="1" y="3552"/>
                  </a:lnTo>
                  <a:lnTo>
                    <a:pt x="3663" y="3552"/>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4" name="Google Shape;284;p25"/>
            <p:cNvSpPr/>
            <p:nvPr/>
          </p:nvSpPr>
          <p:spPr>
            <a:xfrm>
              <a:off x="6240250" y="2580050"/>
              <a:ext cx="92975" cy="88825"/>
            </a:xfrm>
            <a:custGeom>
              <a:rect b="b" l="l" r="r" t="t"/>
              <a:pathLst>
                <a:path extrusionOk="0" h="3553" w="3719">
                  <a:moveTo>
                    <a:pt x="0" y="1"/>
                  </a:moveTo>
                  <a:lnTo>
                    <a:pt x="0" y="3552"/>
                  </a:lnTo>
                  <a:lnTo>
                    <a:pt x="3718" y="3552"/>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5" name="Google Shape;285;p25"/>
            <p:cNvSpPr/>
            <p:nvPr/>
          </p:nvSpPr>
          <p:spPr>
            <a:xfrm>
              <a:off x="3381375" y="2018275"/>
              <a:ext cx="91575" cy="90200"/>
            </a:xfrm>
            <a:custGeom>
              <a:rect b="b" l="l" r="r" t="t"/>
              <a:pathLst>
                <a:path extrusionOk="0" h="3608" w="3663">
                  <a:moveTo>
                    <a:pt x="0" y="1"/>
                  </a:moveTo>
                  <a:lnTo>
                    <a:pt x="0" y="3607"/>
                  </a:lnTo>
                  <a:lnTo>
                    <a:pt x="3662" y="360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6" name="Google Shape;286;p25"/>
            <p:cNvSpPr/>
            <p:nvPr/>
          </p:nvSpPr>
          <p:spPr>
            <a:xfrm>
              <a:off x="1191075" y="993175"/>
              <a:ext cx="91575" cy="90200"/>
            </a:xfrm>
            <a:custGeom>
              <a:rect b="b" l="l" r="r" t="t"/>
              <a:pathLst>
                <a:path extrusionOk="0" h="3608" w="3663">
                  <a:moveTo>
                    <a:pt x="0" y="1"/>
                  </a:moveTo>
                  <a:lnTo>
                    <a:pt x="0" y="3608"/>
                  </a:lnTo>
                  <a:lnTo>
                    <a:pt x="3663" y="3608"/>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7" name="Google Shape;287;p25"/>
            <p:cNvSpPr/>
            <p:nvPr/>
          </p:nvSpPr>
          <p:spPr>
            <a:xfrm>
              <a:off x="3572775" y="2019650"/>
              <a:ext cx="91600" cy="88825"/>
            </a:xfrm>
            <a:custGeom>
              <a:rect b="b" l="l" r="r" t="t"/>
              <a:pathLst>
                <a:path extrusionOk="0" h="3553" w="3664">
                  <a:moveTo>
                    <a:pt x="1" y="1"/>
                  </a:moveTo>
                  <a:lnTo>
                    <a:pt x="1" y="3552"/>
                  </a:lnTo>
                  <a:lnTo>
                    <a:pt x="3663" y="355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8" name="Google Shape;288;p25"/>
            <p:cNvSpPr/>
            <p:nvPr/>
          </p:nvSpPr>
          <p:spPr>
            <a:xfrm>
              <a:off x="6908850" y="3976900"/>
              <a:ext cx="88800" cy="92950"/>
            </a:xfrm>
            <a:custGeom>
              <a:rect b="b" l="l" r="r" t="t"/>
              <a:pathLst>
                <a:path extrusionOk="0" h="3718" w="3552">
                  <a:moveTo>
                    <a:pt x="833" y="1"/>
                  </a:moveTo>
                  <a:lnTo>
                    <a:pt x="0" y="56"/>
                  </a:lnTo>
                  <a:lnTo>
                    <a:pt x="0" y="3718"/>
                  </a:lnTo>
                  <a:lnTo>
                    <a:pt x="3552" y="3718"/>
                  </a:lnTo>
                  <a:lnTo>
                    <a:pt x="3552" y="56"/>
                  </a:lnTo>
                  <a:lnTo>
                    <a:pt x="17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9" name="Google Shape;289;p25"/>
            <p:cNvSpPr/>
            <p:nvPr/>
          </p:nvSpPr>
          <p:spPr>
            <a:xfrm>
              <a:off x="4811500" y="1086125"/>
              <a:ext cx="91575" cy="90200"/>
            </a:xfrm>
            <a:custGeom>
              <a:rect b="b" l="l" r="r" t="t"/>
              <a:pathLst>
                <a:path extrusionOk="0" h="3608" w="3663">
                  <a:moveTo>
                    <a:pt x="0" y="1"/>
                  </a:moveTo>
                  <a:lnTo>
                    <a:pt x="0" y="3607"/>
                  </a:lnTo>
                  <a:lnTo>
                    <a:pt x="3663" y="3607"/>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0" name="Google Shape;290;p25"/>
            <p:cNvSpPr/>
            <p:nvPr/>
          </p:nvSpPr>
          <p:spPr>
            <a:xfrm>
              <a:off x="5668750" y="3512200"/>
              <a:ext cx="90200" cy="90200"/>
            </a:xfrm>
            <a:custGeom>
              <a:rect b="b" l="l" r="r" t="t"/>
              <a:pathLst>
                <a:path extrusionOk="0" h="3608" w="3608">
                  <a:moveTo>
                    <a:pt x="0" y="1"/>
                  </a:moveTo>
                  <a:lnTo>
                    <a:pt x="0" y="3608"/>
                  </a:lnTo>
                  <a:lnTo>
                    <a:pt x="3607" y="3608"/>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1" name="Google Shape;291;p25"/>
            <p:cNvSpPr/>
            <p:nvPr/>
          </p:nvSpPr>
          <p:spPr>
            <a:xfrm>
              <a:off x="5761700" y="3605150"/>
              <a:ext cx="92950" cy="88800"/>
            </a:xfrm>
            <a:custGeom>
              <a:rect b="b" l="l" r="r" t="t"/>
              <a:pathLst>
                <a:path extrusionOk="0" h="3552" w="3718">
                  <a:moveTo>
                    <a:pt x="56" y="0"/>
                  </a:moveTo>
                  <a:lnTo>
                    <a:pt x="0" y="1776"/>
                  </a:lnTo>
                  <a:lnTo>
                    <a:pt x="56"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2" name="Google Shape;292;p25"/>
            <p:cNvSpPr/>
            <p:nvPr/>
          </p:nvSpPr>
          <p:spPr>
            <a:xfrm>
              <a:off x="4717175" y="805925"/>
              <a:ext cx="90200" cy="91575"/>
            </a:xfrm>
            <a:custGeom>
              <a:rect b="b" l="l" r="r" t="t"/>
              <a:pathLst>
                <a:path extrusionOk="0" h="3663" w="3608">
                  <a:moveTo>
                    <a:pt x="0" y="1"/>
                  </a:moveTo>
                  <a:lnTo>
                    <a:pt x="0" y="3663"/>
                  </a:lnTo>
                  <a:lnTo>
                    <a:pt x="3607" y="3663"/>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3" name="Google Shape;293;p25"/>
            <p:cNvSpPr/>
            <p:nvPr/>
          </p:nvSpPr>
          <p:spPr>
            <a:xfrm>
              <a:off x="4715775" y="1180450"/>
              <a:ext cx="90200" cy="88800"/>
            </a:xfrm>
            <a:custGeom>
              <a:rect b="b" l="l" r="r" t="t"/>
              <a:pathLst>
                <a:path extrusionOk="0" h="3552" w="3608">
                  <a:moveTo>
                    <a:pt x="1" y="0"/>
                  </a:moveTo>
                  <a:lnTo>
                    <a:pt x="1" y="3552"/>
                  </a:lnTo>
                  <a:lnTo>
                    <a:pt x="3608" y="3552"/>
                  </a:lnTo>
                  <a:lnTo>
                    <a:pt x="36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4" name="Google Shape;294;p25"/>
            <p:cNvSpPr/>
            <p:nvPr/>
          </p:nvSpPr>
          <p:spPr>
            <a:xfrm>
              <a:off x="4618700" y="1273375"/>
              <a:ext cx="94350" cy="90200"/>
            </a:xfrm>
            <a:custGeom>
              <a:rect b="b" l="l" r="r" t="t"/>
              <a:pathLst>
                <a:path extrusionOk="0" h="3608" w="3774">
                  <a:moveTo>
                    <a:pt x="0" y="1"/>
                  </a:moveTo>
                  <a:lnTo>
                    <a:pt x="0" y="3608"/>
                  </a:lnTo>
                  <a:lnTo>
                    <a:pt x="3773" y="3608"/>
                  </a:lnTo>
                  <a:lnTo>
                    <a:pt x="3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5" name="Google Shape;295;p25"/>
            <p:cNvSpPr/>
            <p:nvPr/>
          </p:nvSpPr>
          <p:spPr>
            <a:xfrm>
              <a:off x="238125" y="713000"/>
              <a:ext cx="3140500" cy="2329000"/>
            </a:xfrm>
            <a:custGeom>
              <a:rect b="b" l="l" r="r" t="t"/>
              <a:pathLst>
                <a:path extrusionOk="0" h="93160" w="125620">
                  <a:moveTo>
                    <a:pt x="64696" y="18643"/>
                  </a:moveTo>
                  <a:lnTo>
                    <a:pt x="64696" y="22305"/>
                  </a:lnTo>
                  <a:lnTo>
                    <a:pt x="60923" y="22305"/>
                  </a:lnTo>
                  <a:lnTo>
                    <a:pt x="60923" y="18643"/>
                  </a:lnTo>
                  <a:close/>
                  <a:moveTo>
                    <a:pt x="64696" y="26133"/>
                  </a:moveTo>
                  <a:lnTo>
                    <a:pt x="64696" y="29796"/>
                  </a:lnTo>
                  <a:lnTo>
                    <a:pt x="60923" y="29796"/>
                  </a:lnTo>
                  <a:lnTo>
                    <a:pt x="60923" y="26133"/>
                  </a:lnTo>
                  <a:close/>
                  <a:moveTo>
                    <a:pt x="68525" y="0"/>
                  </a:moveTo>
                  <a:lnTo>
                    <a:pt x="68525" y="3718"/>
                  </a:lnTo>
                  <a:lnTo>
                    <a:pt x="57150" y="3718"/>
                  </a:lnTo>
                  <a:lnTo>
                    <a:pt x="57150" y="11097"/>
                  </a:lnTo>
                  <a:lnTo>
                    <a:pt x="64696" y="11097"/>
                  </a:lnTo>
                  <a:lnTo>
                    <a:pt x="64696" y="14926"/>
                  </a:lnTo>
                  <a:lnTo>
                    <a:pt x="53377" y="14926"/>
                  </a:lnTo>
                  <a:lnTo>
                    <a:pt x="53377" y="26078"/>
                  </a:lnTo>
                  <a:lnTo>
                    <a:pt x="57095" y="26078"/>
                  </a:lnTo>
                  <a:lnTo>
                    <a:pt x="57095" y="29796"/>
                  </a:lnTo>
                  <a:lnTo>
                    <a:pt x="53211" y="29796"/>
                  </a:lnTo>
                  <a:lnTo>
                    <a:pt x="53211" y="26078"/>
                  </a:lnTo>
                  <a:lnTo>
                    <a:pt x="49438" y="26078"/>
                  </a:lnTo>
                  <a:lnTo>
                    <a:pt x="49438" y="22416"/>
                  </a:lnTo>
                  <a:lnTo>
                    <a:pt x="41836" y="22416"/>
                  </a:lnTo>
                  <a:lnTo>
                    <a:pt x="41836" y="29740"/>
                  </a:lnTo>
                  <a:lnTo>
                    <a:pt x="38063" y="29740"/>
                  </a:lnTo>
                  <a:lnTo>
                    <a:pt x="38063" y="22250"/>
                  </a:lnTo>
                  <a:lnTo>
                    <a:pt x="41781" y="22250"/>
                  </a:lnTo>
                  <a:lnTo>
                    <a:pt x="41781" y="18698"/>
                  </a:lnTo>
                  <a:lnTo>
                    <a:pt x="34179" y="18698"/>
                  </a:lnTo>
                  <a:lnTo>
                    <a:pt x="34179" y="26133"/>
                  </a:lnTo>
                  <a:lnTo>
                    <a:pt x="26578" y="26133"/>
                  </a:lnTo>
                  <a:lnTo>
                    <a:pt x="26578" y="29796"/>
                  </a:lnTo>
                  <a:lnTo>
                    <a:pt x="22749" y="29796"/>
                  </a:lnTo>
                  <a:lnTo>
                    <a:pt x="22749" y="26133"/>
                  </a:lnTo>
                  <a:lnTo>
                    <a:pt x="3773" y="26133"/>
                  </a:lnTo>
                  <a:lnTo>
                    <a:pt x="3773" y="33569"/>
                  </a:lnTo>
                  <a:lnTo>
                    <a:pt x="0" y="33569"/>
                  </a:lnTo>
                  <a:lnTo>
                    <a:pt x="0" y="44776"/>
                  </a:lnTo>
                  <a:lnTo>
                    <a:pt x="7602" y="44776"/>
                  </a:lnTo>
                  <a:lnTo>
                    <a:pt x="7602" y="48383"/>
                  </a:lnTo>
                  <a:lnTo>
                    <a:pt x="11319" y="48383"/>
                  </a:lnTo>
                  <a:lnTo>
                    <a:pt x="11319" y="44721"/>
                  </a:lnTo>
                  <a:lnTo>
                    <a:pt x="15148" y="44721"/>
                  </a:lnTo>
                  <a:lnTo>
                    <a:pt x="15148" y="41004"/>
                  </a:lnTo>
                  <a:lnTo>
                    <a:pt x="19032" y="41004"/>
                  </a:lnTo>
                  <a:lnTo>
                    <a:pt x="19032" y="44721"/>
                  </a:lnTo>
                  <a:lnTo>
                    <a:pt x="26633" y="44721"/>
                  </a:lnTo>
                  <a:lnTo>
                    <a:pt x="26633" y="52212"/>
                  </a:lnTo>
                  <a:lnTo>
                    <a:pt x="30462" y="52212"/>
                  </a:lnTo>
                  <a:lnTo>
                    <a:pt x="30462" y="55929"/>
                  </a:lnTo>
                  <a:lnTo>
                    <a:pt x="34235" y="55929"/>
                  </a:lnTo>
                  <a:lnTo>
                    <a:pt x="34235" y="60978"/>
                  </a:lnTo>
                  <a:lnTo>
                    <a:pt x="34235" y="65861"/>
                  </a:lnTo>
                  <a:lnTo>
                    <a:pt x="34235" y="68358"/>
                  </a:lnTo>
                  <a:lnTo>
                    <a:pt x="34235" y="70855"/>
                  </a:lnTo>
                  <a:lnTo>
                    <a:pt x="38008" y="70855"/>
                  </a:lnTo>
                  <a:lnTo>
                    <a:pt x="38008" y="74627"/>
                  </a:lnTo>
                  <a:lnTo>
                    <a:pt x="38063" y="78290"/>
                  </a:lnTo>
                  <a:lnTo>
                    <a:pt x="41892" y="78290"/>
                  </a:lnTo>
                  <a:lnTo>
                    <a:pt x="41892" y="85780"/>
                  </a:lnTo>
                  <a:lnTo>
                    <a:pt x="49548" y="85780"/>
                  </a:lnTo>
                  <a:lnTo>
                    <a:pt x="49548" y="93160"/>
                  </a:lnTo>
                  <a:lnTo>
                    <a:pt x="57095" y="93160"/>
                  </a:lnTo>
                  <a:lnTo>
                    <a:pt x="57095" y="82007"/>
                  </a:lnTo>
                  <a:lnTo>
                    <a:pt x="58759" y="82007"/>
                  </a:lnTo>
                  <a:lnTo>
                    <a:pt x="68525" y="82118"/>
                  </a:lnTo>
                  <a:lnTo>
                    <a:pt x="68525" y="78290"/>
                  </a:lnTo>
                  <a:lnTo>
                    <a:pt x="72353" y="78290"/>
                  </a:lnTo>
                  <a:lnTo>
                    <a:pt x="72353" y="74517"/>
                  </a:lnTo>
                  <a:lnTo>
                    <a:pt x="76182" y="74517"/>
                  </a:lnTo>
                  <a:lnTo>
                    <a:pt x="76182" y="67082"/>
                  </a:lnTo>
                  <a:lnTo>
                    <a:pt x="79955" y="67082"/>
                  </a:lnTo>
                  <a:lnTo>
                    <a:pt x="79955" y="63364"/>
                  </a:lnTo>
                  <a:lnTo>
                    <a:pt x="83672" y="63364"/>
                  </a:lnTo>
                  <a:lnTo>
                    <a:pt x="83672" y="59647"/>
                  </a:lnTo>
                  <a:lnTo>
                    <a:pt x="79955" y="59647"/>
                  </a:lnTo>
                  <a:lnTo>
                    <a:pt x="79955" y="55929"/>
                  </a:lnTo>
                  <a:lnTo>
                    <a:pt x="87612" y="55929"/>
                  </a:lnTo>
                  <a:lnTo>
                    <a:pt x="87612" y="59591"/>
                  </a:lnTo>
                  <a:lnTo>
                    <a:pt x="91274" y="59591"/>
                  </a:lnTo>
                  <a:lnTo>
                    <a:pt x="91274" y="52212"/>
                  </a:lnTo>
                  <a:lnTo>
                    <a:pt x="87501" y="52212"/>
                  </a:lnTo>
                  <a:lnTo>
                    <a:pt x="87501" y="44776"/>
                  </a:lnTo>
                  <a:lnTo>
                    <a:pt x="79899" y="44776"/>
                  </a:lnTo>
                  <a:lnTo>
                    <a:pt x="79899" y="41059"/>
                  </a:lnTo>
                  <a:lnTo>
                    <a:pt x="72298" y="41059"/>
                  </a:lnTo>
                  <a:lnTo>
                    <a:pt x="72298" y="55929"/>
                  </a:lnTo>
                  <a:lnTo>
                    <a:pt x="68525" y="55929"/>
                  </a:lnTo>
                  <a:lnTo>
                    <a:pt x="68525" y="48494"/>
                  </a:lnTo>
                  <a:lnTo>
                    <a:pt x="60812" y="48494"/>
                  </a:lnTo>
                  <a:lnTo>
                    <a:pt x="60812" y="44721"/>
                  </a:lnTo>
                  <a:lnTo>
                    <a:pt x="57095" y="44721"/>
                  </a:lnTo>
                  <a:lnTo>
                    <a:pt x="57095" y="40948"/>
                  </a:lnTo>
                  <a:lnTo>
                    <a:pt x="60868" y="40948"/>
                  </a:lnTo>
                  <a:lnTo>
                    <a:pt x="60868" y="37231"/>
                  </a:lnTo>
                  <a:lnTo>
                    <a:pt x="68525" y="37231"/>
                  </a:lnTo>
                  <a:lnTo>
                    <a:pt x="68525" y="26133"/>
                  </a:lnTo>
                  <a:lnTo>
                    <a:pt x="72353" y="26133"/>
                  </a:lnTo>
                  <a:lnTo>
                    <a:pt x="72353" y="37231"/>
                  </a:lnTo>
                  <a:lnTo>
                    <a:pt x="79955" y="37231"/>
                  </a:lnTo>
                  <a:lnTo>
                    <a:pt x="79955" y="40893"/>
                  </a:lnTo>
                  <a:lnTo>
                    <a:pt x="83672" y="40893"/>
                  </a:lnTo>
                  <a:lnTo>
                    <a:pt x="83672" y="29796"/>
                  </a:lnTo>
                  <a:lnTo>
                    <a:pt x="79899" y="29796"/>
                  </a:lnTo>
                  <a:lnTo>
                    <a:pt x="79899" y="26078"/>
                  </a:lnTo>
                  <a:lnTo>
                    <a:pt x="76126" y="26078"/>
                  </a:lnTo>
                  <a:lnTo>
                    <a:pt x="76126" y="22361"/>
                  </a:lnTo>
                  <a:lnTo>
                    <a:pt x="72408" y="22361"/>
                  </a:lnTo>
                  <a:lnTo>
                    <a:pt x="72408" y="11097"/>
                  </a:lnTo>
                  <a:lnTo>
                    <a:pt x="76182" y="11097"/>
                  </a:lnTo>
                  <a:lnTo>
                    <a:pt x="76182" y="7490"/>
                  </a:lnTo>
                  <a:lnTo>
                    <a:pt x="83728" y="7490"/>
                  </a:lnTo>
                  <a:lnTo>
                    <a:pt x="83728" y="11153"/>
                  </a:lnTo>
                  <a:lnTo>
                    <a:pt x="79955" y="11153"/>
                  </a:lnTo>
                  <a:lnTo>
                    <a:pt x="79955" y="13039"/>
                  </a:lnTo>
                  <a:lnTo>
                    <a:pt x="80010" y="14870"/>
                  </a:lnTo>
                  <a:lnTo>
                    <a:pt x="87612" y="14870"/>
                  </a:lnTo>
                  <a:lnTo>
                    <a:pt x="87612" y="18588"/>
                  </a:lnTo>
                  <a:lnTo>
                    <a:pt x="91440" y="18588"/>
                  </a:lnTo>
                  <a:lnTo>
                    <a:pt x="91440" y="37231"/>
                  </a:lnTo>
                  <a:lnTo>
                    <a:pt x="95268" y="37231"/>
                  </a:lnTo>
                  <a:lnTo>
                    <a:pt x="95268" y="40948"/>
                  </a:lnTo>
                  <a:lnTo>
                    <a:pt x="102815" y="40948"/>
                  </a:lnTo>
                  <a:lnTo>
                    <a:pt x="102815" y="33513"/>
                  </a:lnTo>
                  <a:lnTo>
                    <a:pt x="106643" y="33513"/>
                  </a:lnTo>
                  <a:lnTo>
                    <a:pt x="106643" y="29740"/>
                  </a:lnTo>
                  <a:lnTo>
                    <a:pt x="114245" y="29740"/>
                  </a:lnTo>
                  <a:lnTo>
                    <a:pt x="114245" y="26023"/>
                  </a:lnTo>
                  <a:lnTo>
                    <a:pt x="118073" y="26023"/>
                  </a:lnTo>
                  <a:lnTo>
                    <a:pt x="118073" y="18532"/>
                  </a:lnTo>
                  <a:lnTo>
                    <a:pt x="121902" y="18532"/>
                  </a:lnTo>
                  <a:lnTo>
                    <a:pt x="121902" y="7380"/>
                  </a:lnTo>
                  <a:lnTo>
                    <a:pt x="125619" y="7380"/>
                  </a:lnTo>
                  <a:lnTo>
                    <a:pt x="125619" y="3718"/>
                  </a:lnTo>
                  <a:lnTo>
                    <a:pt x="118018" y="3718"/>
                  </a:lnTo>
                  <a:lnTo>
                    <a:pt x="118018" y="55"/>
                  </a:lnTo>
                  <a:lnTo>
                    <a:pt x="95213" y="55"/>
                  </a:lnTo>
                  <a:lnTo>
                    <a:pt x="95213" y="3662"/>
                  </a:lnTo>
                  <a:lnTo>
                    <a:pt x="83728" y="3662"/>
                  </a:lnTo>
                  <a:lnTo>
                    <a:pt x="83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6" name="Google Shape;296;p25"/>
            <p:cNvSpPr/>
            <p:nvPr/>
          </p:nvSpPr>
          <p:spPr>
            <a:xfrm>
              <a:off x="1951225" y="2765925"/>
              <a:ext cx="25" cy="25"/>
            </a:xfrm>
            <a:custGeom>
              <a:rect b="b" l="l" r="r" t="t"/>
              <a:pathLst>
                <a:path extrusionOk="0" h="1" w="1">
                  <a:moveTo>
                    <a:pt x="1" y="1"/>
                  </a:moveTo>
                  <a:lnTo>
                    <a:pt x="1" y="1"/>
                  </a:lnTo>
                  <a:lnTo>
                    <a:pt x="1" y="1"/>
                  </a:lnTo>
                  <a:lnTo>
                    <a:pt x="1" y="1"/>
                  </a:lnTo>
                  <a:lnTo>
                    <a:pt x="1" y="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7" name="Google Shape;297;p25"/>
            <p:cNvSpPr/>
            <p:nvPr/>
          </p:nvSpPr>
          <p:spPr>
            <a:xfrm>
              <a:off x="3285650" y="993175"/>
              <a:ext cx="4096225" cy="3448450"/>
            </a:xfrm>
            <a:custGeom>
              <a:rect b="b" l="l" r="r" t="t"/>
              <a:pathLst>
                <a:path extrusionOk="0" h="137938" w="163849">
                  <a:moveTo>
                    <a:pt x="102815" y="7436"/>
                  </a:moveTo>
                  <a:lnTo>
                    <a:pt x="102815" y="11098"/>
                  </a:lnTo>
                  <a:lnTo>
                    <a:pt x="99042" y="11098"/>
                  </a:lnTo>
                  <a:lnTo>
                    <a:pt x="99042" y="7436"/>
                  </a:lnTo>
                  <a:close/>
                  <a:moveTo>
                    <a:pt x="45610" y="22306"/>
                  </a:moveTo>
                  <a:lnTo>
                    <a:pt x="45610" y="26024"/>
                  </a:lnTo>
                  <a:lnTo>
                    <a:pt x="41948" y="26024"/>
                  </a:lnTo>
                  <a:lnTo>
                    <a:pt x="41948" y="22306"/>
                  </a:lnTo>
                  <a:close/>
                  <a:moveTo>
                    <a:pt x="45665" y="52212"/>
                  </a:moveTo>
                  <a:lnTo>
                    <a:pt x="45665" y="55875"/>
                  </a:lnTo>
                  <a:lnTo>
                    <a:pt x="38119" y="55875"/>
                  </a:lnTo>
                  <a:lnTo>
                    <a:pt x="38119" y="52212"/>
                  </a:lnTo>
                  <a:close/>
                  <a:moveTo>
                    <a:pt x="56929" y="55930"/>
                  </a:moveTo>
                  <a:lnTo>
                    <a:pt x="56929" y="63365"/>
                  </a:lnTo>
                  <a:lnTo>
                    <a:pt x="53322" y="63365"/>
                  </a:lnTo>
                  <a:lnTo>
                    <a:pt x="53322" y="55930"/>
                  </a:lnTo>
                  <a:close/>
                  <a:moveTo>
                    <a:pt x="26634" y="52212"/>
                  </a:moveTo>
                  <a:lnTo>
                    <a:pt x="26634" y="55930"/>
                  </a:lnTo>
                  <a:lnTo>
                    <a:pt x="22916" y="55930"/>
                  </a:lnTo>
                  <a:lnTo>
                    <a:pt x="22916" y="63310"/>
                  </a:lnTo>
                  <a:lnTo>
                    <a:pt x="26634" y="63310"/>
                  </a:lnTo>
                  <a:lnTo>
                    <a:pt x="26634" y="59703"/>
                  </a:lnTo>
                  <a:lnTo>
                    <a:pt x="34291" y="59703"/>
                  </a:lnTo>
                  <a:lnTo>
                    <a:pt x="34291" y="63365"/>
                  </a:lnTo>
                  <a:lnTo>
                    <a:pt x="41837" y="63365"/>
                  </a:lnTo>
                  <a:lnTo>
                    <a:pt x="41837" y="67083"/>
                  </a:lnTo>
                  <a:lnTo>
                    <a:pt x="30518" y="67083"/>
                  </a:lnTo>
                  <a:lnTo>
                    <a:pt x="30518" y="70800"/>
                  </a:lnTo>
                  <a:lnTo>
                    <a:pt x="26634" y="70800"/>
                  </a:lnTo>
                  <a:lnTo>
                    <a:pt x="26634" y="67138"/>
                  </a:lnTo>
                  <a:lnTo>
                    <a:pt x="22861" y="67138"/>
                  </a:lnTo>
                  <a:lnTo>
                    <a:pt x="22861" y="63420"/>
                  </a:lnTo>
                  <a:lnTo>
                    <a:pt x="11431" y="63420"/>
                  </a:lnTo>
                  <a:lnTo>
                    <a:pt x="11431" y="59648"/>
                  </a:lnTo>
                  <a:lnTo>
                    <a:pt x="15204" y="59648"/>
                  </a:lnTo>
                  <a:lnTo>
                    <a:pt x="15204" y="55875"/>
                  </a:lnTo>
                  <a:lnTo>
                    <a:pt x="22805" y="55875"/>
                  </a:lnTo>
                  <a:lnTo>
                    <a:pt x="22805" y="52212"/>
                  </a:lnTo>
                  <a:close/>
                  <a:moveTo>
                    <a:pt x="56929" y="70856"/>
                  </a:moveTo>
                  <a:lnTo>
                    <a:pt x="56929" y="74573"/>
                  </a:lnTo>
                  <a:lnTo>
                    <a:pt x="57095" y="74573"/>
                  </a:lnTo>
                  <a:lnTo>
                    <a:pt x="55264" y="74628"/>
                  </a:lnTo>
                  <a:lnTo>
                    <a:pt x="53322" y="74628"/>
                  </a:lnTo>
                  <a:lnTo>
                    <a:pt x="53322" y="70856"/>
                  </a:lnTo>
                  <a:close/>
                  <a:moveTo>
                    <a:pt x="45665" y="74573"/>
                  </a:moveTo>
                  <a:lnTo>
                    <a:pt x="45665" y="82063"/>
                  </a:lnTo>
                  <a:lnTo>
                    <a:pt x="41948" y="82063"/>
                  </a:lnTo>
                  <a:lnTo>
                    <a:pt x="41948" y="74573"/>
                  </a:lnTo>
                  <a:close/>
                  <a:moveTo>
                    <a:pt x="95269" y="1"/>
                  </a:moveTo>
                  <a:lnTo>
                    <a:pt x="95269" y="3663"/>
                  </a:lnTo>
                  <a:lnTo>
                    <a:pt x="83839" y="3663"/>
                  </a:lnTo>
                  <a:lnTo>
                    <a:pt x="83839" y="7436"/>
                  </a:lnTo>
                  <a:lnTo>
                    <a:pt x="76182" y="7436"/>
                  </a:lnTo>
                  <a:lnTo>
                    <a:pt x="76182" y="11209"/>
                  </a:lnTo>
                  <a:lnTo>
                    <a:pt x="68581" y="11209"/>
                  </a:lnTo>
                  <a:lnTo>
                    <a:pt x="68581" y="18589"/>
                  </a:lnTo>
                  <a:lnTo>
                    <a:pt x="64697" y="18589"/>
                  </a:lnTo>
                  <a:lnTo>
                    <a:pt x="64697" y="14926"/>
                  </a:lnTo>
                  <a:lnTo>
                    <a:pt x="60924" y="14926"/>
                  </a:lnTo>
                  <a:lnTo>
                    <a:pt x="60924" y="18644"/>
                  </a:lnTo>
                  <a:lnTo>
                    <a:pt x="53322" y="18644"/>
                  </a:lnTo>
                  <a:lnTo>
                    <a:pt x="53322" y="22362"/>
                  </a:lnTo>
                  <a:lnTo>
                    <a:pt x="49549" y="22362"/>
                  </a:lnTo>
                  <a:lnTo>
                    <a:pt x="45665" y="22306"/>
                  </a:lnTo>
                  <a:lnTo>
                    <a:pt x="45665" y="18589"/>
                  </a:lnTo>
                  <a:lnTo>
                    <a:pt x="41837" y="18589"/>
                  </a:lnTo>
                  <a:lnTo>
                    <a:pt x="41837" y="14926"/>
                  </a:lnTo>
                  <a:lnTo>
                    <a:pt x="26689" y="14926"/>
                  </a:lnTo>
                  <a:lnTo>
                    <a:pt x="26689" y="18589"/>
                  </a:lnTo>
                  <a:lnTo>
                    <a:pt x="22861" y="18589"/>
                  </a:lnTo>
                  <a:lnTo>
                    <a:pt x="22861" y="26134"/>
                  </a:lnTo>
                  <a:lnTo>
                    <a:pt x="19143" y="26134"/>
                  </a:lnTo>
                  <a:lnTo>
                    <a:pt x="19143" y="33569"/>
                  </a:lnTo>
                  <a:lnTo>
                    <a:pt x="22916" y="33569"/>
                  </a:lnTo>
                  <a:lnTo>
                    <a:pt x="22916" y="37176"/>
                  </a:lnTo>
                  <a:lnTo>
                    <a:pt x="26634" y="37176"/>
                  </a:lnTo>
                  <a:lnTo>
                    <a:pt x="26634" y="26024"/>
                  </a:lnTo>
                  <a:lnTo>
                    <a:pt x="30462" y="26024"/>
                  </a:lnTo>
                  <a:lnTo>
                    <a:pt x="30462" y="22362"/>
                  </a:lnTo>
                  <a:lnTo>
                    <a:pt x="34235" y="22362"/>
                  </a:lnTo>
                  <a:lnTo>
                    <a:pt x="34235" y="26134"/>
                  </a:lnTo>
                  <a:lnTo>
                    <a:pt x="30518" y="26134"/>
                  </a:lnTo>
                  <a:lnTo>
                    <a:pt x="30518" y="33514"/>
                  </a:lnTo>
                  <a:lnTo>
                    <a:pt x="34235" y="33514"/>
                  </a:lnTo>
                  <a:lnTo>
                    <a:pt x="34235" y="37342"/>
                  </a:lnTo>
                  <a:lnTo>
                    <a:pt x="30462" y="37342"/>
                  </a:lnTo>
                  <a:lnTo>
                    <a:pt x="30462" y="40949"/>
                  </a:lnTo>
                  <a:lnTo>
                    <a:pt x="22805" y="40949"/>
                  </a:lnTo>
                  <a:lnTo>
                    <a:pt x="22805" y="37342"/>
                  </a:lnTo>
                  <a:lnTo>
                    <a:pt x="19032" y="37342"/>
                  </a:lnTo>
                  <a:lnTo>
                    <a:pt x="19032" y="44777"/>
                  </a:lnTo>
                  <a:lnTo>
                    <a:pt x="15259" y="44777"/>
                  </a:lnTo>
                  <a:lnTo>
                    <a:pt x="15259" y="48495"/>
                  </a:lnTo>
                  <a:lnTo>
                    <a:pt x="11375" y="48495"/>
                  </a:lnTo>
                  <a:lnTo>
                    <a:pt x="11375" y="55985"/>
                  </a:lnTo>
                  <a:lnTo>
                    <a:pt x="7602" y="55985"/>
                  </a:lnTo>
                  <a:lnTo>
                    <a:pt x="7602" y="67138"/>
                  </a:lnTo>
                  <a:lnTo>
                    <a:pt x="3774" y="67138"/>
                  </a:lnTo>
                  <a:lnTo>
                    <a:pt x="3774" y="74573"/>
                  </a:lnTo>
                  <a:lnTo>
                    <a:pt x="1887" y="74573"/>
                  </a:lnTo>
                  <a:lnTo>
                    <a:pt x="1" y="74628"/>
                  </a:lnTo>
                  <a:lnTo>
                    <a:pt x="1" y="89443"/>
                  </a:lnTo>
                  <a:lnTo>
                    <a:pt x="3829" y="89443"/>
                  </a:lnTo>
                  <a:lnTo>
                    <a:pt x="3829" y="93216"/>
                  </a:lnTo>
                  <a:lnTo>
                    <a:pt x="19143" y="93216"/>
                  </a:lnTo>
                  <a:lnTo>
                    <a:pt x="19143" y="104424"/>
                  </a:lnTo>
                  <a:lnTo>
                    <a:pt x="22916" y="104424"/>
                  </a:lnTo>
                  <a:lnTo>
                    <a:pt x="22916" y="126840"/>
                  </a:lnTo>
                  <a:lnTo>
                    <a:pt x="26689" y="126840"/>
                  </a:lnTo>
                  <a:lnTo>
                    <a:pt x="26689" y="137937"/>
                  </a:lnTo>
                  <a:lnTo>
                    <a:pt x="30462" y="137937"/>
                  </a:lnTo>
                  <a:lnTo>
                    <a:pt x="30462" y="134275"/>
                  </a:lnTo>
                  <a:lnTo>
                    <a:pt x="38064" y="134275"/>
                  </a:lnTo>
                  <a:lnTo>
                    <a:pt x="38064" y="126729"/>
                  </a:lnTo>
                  <a:lnTo>
                    <a:pt x="41948" y="126729"/>
                  </a:lnTo>
                  <a:lnTo>
                    <a:pt x="41948" y="119294"/>
                  </a:lnTo>
                  <a:lnTo>
                    <a:pt x="45721" y="119294"/>
                  </a:lnTo>
                  <a:lnTo>
                    <a:pt x="45721" y="100651"/>
                  </a:lnTo>
                  <a:lnTo>
                    <a:pt x="49494" y="100651"/>
                  </a:lnTo>
                  <a:lnTo>
                    <a:pt x="49494" y="96934"/>
                  </a:lnTo>
                  <a:lnTo>
                    <a:pt x="53211" y="96934"/>
                  </a:lnTo>
                  <a:lnTo>
                    <a:pt x="53211" y="89499"/>
                  </a:lnTo>
                  <a:lnTo>
                    <a:pt x="49549" y="89499"/>
                  </a:lnTo>
                  <a:lnTo>
                    <a:pt x="49549" y="85726"/>
                  </a:lnTo>
                  <a:lnTo>
                    <a:pt x="57095" y="85726"/>
                  </a:lnTo>
                  <a:lnTo>
                    <a:pt x="57095" y="82008"/>
                  </a:lnTo>
                  <a:lnTo>
                    <a:pt x="60924" y="82008"/>
                  </a:lnTo>
                  <a:lnTo>
                    <a:pt x="60924" y="74628"/>
                  </a:lnTo>
                  <a:lnTo>
                    <a:pt x="68636" y="74628"/>
                  </a:lnTo>
                  <a:lnTo>
                    <a:pt x="68636" y="78291"/>
                  </a:lnTo>
                  <a:lnTo>
                    <a:pt x="72409" y="78291"/>
                  </a:lnTo>
                  <a:lnTo>
                    <a:pt x="72409" y="89388"/>
                  </a:lnTo>
                  <a:lnTo>
                    <a:pt x="76182" y="89388"/>
                  </a:lnTo>
                  <a:lnTo>
                    <a:pt x="76182" y="85726"/>
                  </a:lnTo>
                  <a:lnTo>
                    <a:pt x="80011" y="85726"/>
                  </a:lnTo>
                  <a:lnTo>
                    <a:pt x="80011" y="78346"/>
                  </a:lnTo>
                  <a:lnTo>
                    <a:pt x="87668" y="78346"/>
                  </a:lnTo>
                  <a:lnTo>
                    <a:pt x="87668" y="82008"/>
                  </a:lnTo>
                  <a:lnTo>
                    <a:pt x="91441" y="82008"/>
                  </a:lnTo>
                  <a:lnTo>
                    <a:pt x="91441" y="93161"/>
                  </a:lnTo>
                  <a:lnTo>
                    <a:pt x="95269" y="93161"/>
                  </a:lnTo>
                  <a:lnTo>
                    <a:pt x="95269" y="89443"/>
                  </a:lnTo>
                  <a:lnTo>
                    <a:pt x="102760" y="89443"/>
                  </a:lnTo>
                  <a:lnTo>
                    <a:pt x="102760" y="82063"/>
                  </a:lnTo>
                  <a:lnTo>
                    <a:pt x="99042" y="82063"/>
                  </a:lnTo>
                  <a:lnTo>
                    <a:pt x="99042" y="78291"/>
                  </a:lnTo>
                  <a:lnTo>
                    <a:pt x="106644" y="78291"/>
                  </a:lnTo>
                  <a:lnTo>
                    <a:pt x="106644" y="74518"/>
                  </a:lnTo>
                  <a:lnTo>
                    <a:pt x="110472" y="74518"/>
                  </a:lnTo>
                  <a:lnTo>
                    <a:pt x="110472" y="59703"/>
                  </a:lnTo>
                  <a:lnTo>
                    <a:pt x="114356" y="59703"/>
                  </a:lnTo>
                  <a:lnTo>
                    <a:pt x="114356" y="63310"/>
                  </a:lnTo>
                  <a:lnTo>
                    <a:pt x="118129" y="63310"/>
                  </a:lnTo>
                  <a:lnTo>
                    <a:pt x="118129" y="55875"/>
                  </a:lnTo>
                  <a:lnTo>
                    <a:pt x="121958" y="55875"/>
                  </a:lnTo>
                  <a:lnTo>
                    <a:pt x="121958" y="52212"/>
                  </a:lnTo>
                  <a:lnTo>
                    <a:pt x="125731" y="52212"/>
                  </a:lnTo>
                  <a:lnTo>
                    <a:pt x="125731" y="55819"/>
                  </a:lnTo>
                  <a:lnTo>
                    <a:pt x="129504" y="55819"/>
                  </a:lnTo>
                  <a:lnTo>
                    <a:pt x="129504" y="41005"/>
                  </a:lnTo>
                  <a:lnTo>
                    <a:pt x="121958" y="41005"/>
                  </a:lnTo>
                  <a:lnTo>
                    <a:pt x="121958" y="37232"/>
                  </a:lnTo>
                  <a:lnTo>
                    <a:pt x="125731" y="37232"/>
                  </a:lnTo>
                  <a:lnTo>
                    <a:pt x="125731" y="33514"/>
                  </a:lnTo>
                  <a:lnTo>
                    <a:pt x="137161" y="33514"/>
                  </a:lnTo>
                  <a:lnTo>
                    <a:pt x="137161" y="29797"/>
                  </a:lnTo>
                  <a:lnTo>
                    <a:pt x="144818" y="29797"/>
                  </a:lnTo>
                  <a:lnTo>
                    <a:pt x="144818" y="33514"/>
                  </a:lnTo>
                  <a:lnTo>
                    <a:pt x="152364" y="33514"/>
                  </a:lnTo>
                  <a:lnTo>
                    <a:pt x="152364" y="29741"/>
                  </a:lnTo>
                  <a:lnTo>
                    <a:pt x="160021" y="29741"/>
                  </a:lnTo>
                  <a:lnTo>
                    <a:pt x="160021" y="26079"/>
                  </a:lnTo>
                  <a:lnTo>
                    <a:pt x="160021" y="25968"/>
                  </a:lnTo>
                  <a:lnTo>
                    <a:pt x="163849" y="25968"/>
                  </a:lnTo>
                  <a:lnTo>
                    <a:pt x="163849" y="18589"/>
                  </a:lnTo>
                  <a:lnTo>
                    <a:pt x="156192" y="18589"/>
                  </a:lnTo>
                  <a:lnTo>
                    <a:pt x="156192" y="14926"/>
                  </a:lnTo>
                  <a:lnTo>
                    <a:pt x="152419" y="14926"/>
                  </a:lnTo>
                  <a:lnTo>
                    <a:pt x="152419" y="18589"/>
                  </a:lnTo>
                  <a:lnTo>
                    <a:pt x="148535" y="18589"/>
                  </a:lnTo>
                  <a:lnTo>
                    <a:pt x="148535" y="14871"/>
                  </a:lnTo>
                  <a:lnTo>
                    <a:pt x="133277" y="14871"/>
                  </a:lnTo>
                  <a:lnTo>
                    <a:pt x="133277" y="11154"/>
                  </a:lnTo>
                  <a:lnTo>
                    <a:pt x="129559" y="11154"/>
                  </a:lnTo>
                  <a:lnTo>
                    <a:pt x="129559" y="7325"/>
                  </a:lnTo>
                  <a:lnTo>
                    <a:pt x="133277" y="7325"/>
                  </a:lnTo>
                  <a:lnTo>
                    <a:pt x="133277" y="3719"/>
                  </a:lnTo>
                  <a:lnTo>
                    <a:pt x="121958" y="3719"/>
                  </a:lnTo>
                  <a:lnTo>
                    <a:pt x="121958" y="7381"/>
                  </a:lnTo>
                  <a:lnTo>
                    <a:pt x="125675" y="7381"/>
                  </a:lnTo>
                  <a:lnTo>
                    <a:pt x="125675" y="11098"/>
                  </a:lnTo>
                  <a:lnTo>
                    <a:pt x="118074" y="11098"/>
                  </a:lnTo>
                  <a:lnTo>
                    <a:pt x="118074" y="7491"/>
                  </a:lnTo>
                  <a:lnTo>
                    <a:pt x="114301" y="7491"/>
                  </a:lnTo>
                  <a:lnTo>
                    <a:pt x="114301" y="11098"/>
                  </a:lnTo>
                  <a:lnTo>
                    <a:pt x="110417" y="11098"/>
                  </a:lnTo>
                  <a:lnTo>
                    <a:pt x="110417" y="7436"/>
                  </a:lnTo>
                  <a:lnTo>
                    <a:pt x="106644" y="7436"/>
                  </a:lnTo>
                  <a:lnTo>
                    <a:pt x="106644" y="3663"/>
                  </a:lnTo>
                  <a:lnTo>
                    <a:pt x="98987" y="3663"/>
                  </a:lnTo>
                  <a:lnTo>
                    <a:pt x="98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98" name="Google Shape;298;p25"/>
            <p:cNvSpPr/>
            <p:nvPr/>
          </p:nvSpPr>
          <p:spPr>
            <a:xfrm>
              <a:off x="1286775" y="1086125"/>
              <a:ext cx="185925" cy="92950"/>
            </a:xfrm>
            <a:custGeom>
              <a:rect b="b" l="l" r="r" t="t"/>
              <a:pathLst>
                <a:path extrusionOk="0" h="3718" w="7437">
                  <a:moveTo>
                    <a:pt x="1" y="1"/>
                  </a:moveTo>
                  <a:lnTo>
                    <a:pt x="1" y="611"/>
                  </a:lnTo>
                  <a:lnTo>
                    <a:pt x="1" y="3607"/>
                  </a:lnTo>
                  <a:lnTo>
                    <a:pt x="1" y="3718"/>
                  </a:lnTo>
                  <a:lnTo>
                    <a:pt x="7436" y="3718"/>
                  </a:lnTo>
                  <a:lnTo>
                    <a:pt x="7436" y="3496"/>
                  </a:lnTo>
                  <a:lnTo>
                    <a:pt x="7436" y="611"/>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ess The Team Member">
  <p:cSld name="BLANK_1_1_1_1_1_1_1_1_1_1_1_1_1_2">
    <p:bg>
      <p:bgPr>
        <a:solidFill>
          <a:schemeClr val="dk1"/>
        </a:solidFill>
      </p:bgPr>
    </p:bg>
    <p:spTree>
      <p:nvGrpSpPr>
        <p:cNvPr id="299" name="Shape 299"/>
        <p:cNvGrpSpPr/>
        <p:nvPr/>
      </p:nvGrpSpPr>
      <p:grpSpPr>
        <a:xfrm>
          <a:off x="0" y="0"/>
          <a:ext cx="0" cy="0"/>
          <a:chOff x="0" y="0"/>
          <a:chExt cx="0" cy="0"/>
        </a:xfrm>
      </p:grpSpPr>
      <p:grpSp>
        <p:nvGrpSpPr>
          <p:cNvPr id="300" name="Google Shape;300;p26"/>
          <p:cNvGrpSpPr/>
          <p:nvPr/>
        </p:nvGrpSpPr>
        <p:grpSpPr>
          <a:xfrm>
            <a:off x="103050" y="103050"/>
            <a:ext cx="6817325" cy="3765575"/>
            <a:chOff x="103050" y="103050"/>
            <a:chExt cx="6817325" cy="3765575"/>
          </a:xfrm>
        </p:grpSpPr>
        <p:sp>
          <p:nvSpPr>
            <p:cNvPr id="301" name="Google Shape;301;p26"/>
            <p:cNvSpPr/>
            <p:nvPr/>
          </p:nvSpPr>
          <p:spPr>
            <a:xfrm>
              <a:off x="103050" y="103050"/>
              <a:ext cx="5135700" cy="2659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02" name="Google Shape;302;p26"/>
            <p:cNvSpPr/>
            <p:nvPr/>
          </p:nvSpPr>
          <p:spPr>
            <a:xfrm>
              <a:off x="1090775" y="1490525"/>
              <a:ext cx="5829600" cy="2378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303" name="Google Shape;303;p26"/>
          <p:cNvSpPr txBox="1"/>
          <p:nvPr>
            <p:ph idx="1" type="subTitle"/>
          </p:nvPr>
        </p:nvSpPr>
        <p:spPr>
          <a:xfrm>
            <a:off x="252600" y="1199800"/>
            <a:ext cx="2881500" cy="8016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04" name="Google Shape;304;p26"/>
          <p:cNvSpPr txBox="1"/>
          <p:nvPr>
            <p:ph type="title"/>
          </p:nvPr>
        </p:nvSpPr>
        <p:spPr>
          <a:xfrm>
            <a:off x="229190" y="147681"/>
            <a:ext cx="4216200" cy="8652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t Attack">
  <p:cSld name="TITLE_1_1_5">
    <p:bg>
      <p:bgPr>
        <a:solidFill>
          <a:schemeClr val="accent4"/>
        </a:solidFill>
      </p:bgPr>
    </p:bg>
    <p:spTree>
      <p:nvGrpSpPr>
        <p:cNvPr id="305" name="Shape 305"/>
        <p:cNvGrpSpPr/>
        <p:nvPr/>
      </p:nvGrpSpPr>
      <p:grpSpPr>
        <a:xfrm>
          <a:off x="0" y="0"/>
          <a:ext cx="0" cy="0"/>
          <a:chOff x="0" y="0"/>
          <a:chExt cx="0" cy="0"/>
        </a:xfrm>
      </p:grpSpPr>
      <p:grpSp>
        <p:nvGrpSpPr>
          <p:cNvPr id="306" name="Google Shape;306;p27"/>
          <p:cNvGrpSpPr/>
          <p:nvPr/>
        </p:nvGrpSpPr>
        <p:grpSpPr>
          <a:xfrm>
            <a:off x="0" y="0"/>
            <a:ext cx="9143999" cy="5143500"/>
            <a:chOff x="0" y="0"/>
            <a:chExt cx="9143999" cy="5143500"/>
          </a:xfrm>
        </p:grpSpPr>
        <p:sp>
          <p:nvSpPr>
            <p:cNvPr id="307" name="Google Shape;307;p27"/>
            <p:cNvSpPr/>
            <p:nvPr/>
          </p:nvSpPr>
          <p:spPr>
            <a:xfrm>
              <a:off x="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08" name="Google Shape;308;p27"/>
            <p:cNvSpPr/>
            <p:nvPr/>
          </p:nvSpPr>
          <p:spPr>
            <a:xfrm>
              <a:off x="904095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09" name="Google Shape;309;p27"/>
            <p:cNvSpPr/>
            <p:nvPr/>
          </p:nvSpPr>
          <p:spPr>
            <a:xfrm rot="5400000">
              <a:off x="4519005" y="-4518866"/>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0" name="Google Shape;310;p27"/>
            <p:cNvSpPr/>
            <p:nvPr/>
          </p:nvSpPr>
          <p:spPr>
            <a:xfrm rot="5400000">
              <a:off x="4520468" y="521584"/>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311" name="Google Shape;311;p27"/>
          <p:cNvSpPr/>
          <p:nvPr>
            <p:ph idx="2" type="pic"/>
          </p:nvPr>
        </p:nvSpPr>
        <p:spPr>
          <a:xfrm>
            <a:off x="3553675" y="3509450"/>
            <a:ext cx="1941000" cy="1313100"/>
          </a:xfrm>
          <a:prstGeom prst="rect">
            <a:avLst/>
          </a:prstGeom>
          <a:noFill/>
          <a:ln cap="flat" cmpd="sng" w="9525">
            <a:solidFill>
              <a:schemeClr val="dk1"/>
            </a:solidFill>
            <a:prstDash val="solid"/>
            <a:round/>
            <a:headEnd len="sm" w="sm" type="none"/>
            <a:tailEnd len="sm" w="sm" type="none"/>
          </a:ln>
        </p:spPr>
      </p:sp>
      <p:sp>
        <p:nvSpPr>
          <p:cNvPr id="312" name="Google Shape;312;p27"/>
          <p:cNvSpPr txBox="1"/>
          <p:nvPr>
            <p:ph type="title"/>
          </p:nvPr>
        </p:nvSpPr>
        <p:spPr>
          <a:xfrm>
            <a:off x="236975" y="223878"/>
            <a:ext cx="4216200" cy="5016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
        <p:nvSpPr>
          <p:cNvPr id="313" name="Google Shape;313;p27"/>
          <p:cNvSpPr/>
          <p:nvPr>
            <p:ph idx="3" type="pic"/>
          </p:nvPr>
        </p:nvSpPr>
        <p:spPr>
          <a:xfrm>
            <a:off x="6699200" y="904175"/>
            <a:ext cx="1909200" cy="1191900"/>
          </a:xfrm>
          <a:prstGeom prst="rect">
            <a:avLst/>
          </a:prstGeom>
          <a:noFill/>
          <a:ln cap="flat" cmpd="sng" w="9525">
            <a:solidFill>
              <a:schemeClr val="dk1"/>
            </a:solidFill>
            <a:prstDash val="solid"/>
            <a:round/>
            <a:headEnd len="sm" w="sm" type="none"/>
            <a:tailEnd len="sm" w="sm" type="none"/>
          </a:ln>
        </p:spPr>
      </p:sp>
      <p:sp>
        <p:nvSpPr>
          <p:cNvPr id="314" name="Google Shape;314;p27"/>
          <p:cNvSpPr/>
          <p:nvPr>
            <p:ph idx="4" type="pic"/>
          </p:nvPr>
        </p:nvSpPr>
        <p:spPr>
          <a:xfrm>
            <a:off x="5673725" y="2267525"/>
            <a:ext cx="2935200" cy="2433900"/>
          </a:xfrm>
          <a:prstGeom prst="rect">
            <a:avLst/>
          </a:prstGeom>
          <a:noFill/>
          <a:ln cap="flat" cmpd="sng" w="9525">
            <a:solidFill>
              <a:schemeClr val="dk1"/>
            </a:solidFill>
            <a:prstDash val="solid"/>
            <a:round/>
            <a:headEnd len="sm" w="sm" type="none"/>
            <a:tailEnd len="sm" w="sm" type="none"/>
          </a:ln>
        </p:spPr>
      </p:sp>
      <p:sp>
        <p:nvSpPr>
          <p:cNvPr id="315" name="Google Shape;315;p27"/>
          <p:cNvSpPr/>
          <p:nvPr>
            <p:ph idx="5" type="pic"/>
          </p:nvPr>
        </p:nvSpPr>
        <p:spPr>
          <a:xfrm>
            <a:off x="252425" y="2015900"/>
            <a:ext cx="3080100" cy="2875200"/>
          </a:xfrm>
          <a:prstGeom prst="rect">
            <a:avLst/>
          </a:prstGeom>
          <a:noFill/>
          <a:ln cap="flat" cmpd="sng" w="9525">
            <a:solidFill>
              <a:schemeClr val="dk1"/>
            </a:solidFill>
            <a:prstDash val="solid"/>
            <a:round/>
            <a:headEnd len="sm" w="sm" type="none"/>
            <a:tailEnd len="sm" w="sm" type="none"/>
          </a:ln>
        </p:spPr>
      </p:sp>
      <p:sp>
        <p:nvSpPr>
          <p:cNvPr id="316" name="Google Shape;316;p27"/>
          <p:cNvSpPr/>
          <p:nvPr/>
        </p:nvSpPr>
        <p:spPr>
          <a:xfrm>
            <a:off x="5673400" y="2267525"/>
            <a:ext cx="2935200" cy="243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7" name="Google Shape;317;p27"/>
          <p:cNvSpPr/>
          <p:nvPr>
            <p:ph idx="6" type="pic"/>
          </p:nvPr>
        </p:nvSpPr>
        <p:spPr>
          <a:xfrm>
            <a:off x="4838963" y="1797550"/>
            <a:ext cx="1740900" cy="1191900"/>
          </a:xfrm>
          <a:prstGeom prst="rect">
            <a:avLst/>
          </a:prstGeom>
          <a:noFill/>
          <a:ln cap="flat" cmpd="sng" w="9525">
            <a:solidFill>
              <a:schemeClr val="dk1"/>
            </a:solidFill>
            <a:prstDash val="solid"/>
            <a:round/>
            <a:headEnd len="sm" w="sm" type="none"/>
            <a:tailEnd len="sm" w="sm" type="none"/>
          </a:ln>
        </p:spPr>
      </p:sp>
      <p:sp>
        <p:nvSpPr>
          <p:cNvPr id="318" name="Google Shape;318;p27"/>
          <p:cNvSpPr/>
          <p:nvPr>
            <p:ph idx="7" type="pic"/>
          </p:nvPr>
        </p:nvSpPr>
        <p:spPr>
          <a:xfrm>
            <a:off x="2991500" y="904174"/>
            <a:ext cx="1721700" cy="2475600"/>
          </a:xfrm>
          <a:prstGeom prst="rect">
            <a:avLst/>
          </a:prstGeom>
          <a:noFill/>
          <a:ln cap="flat" cmpd="sng" w="9525">
            <a:solidFill>
              <a:schemeClr val="dk1"/>
            </a:solidFill>
            <a:prstDash val="solid"/>
            <a:round/>
            <a:headEnd len="sm" w="sm" type="none"/>
            <a:tailEnd len="sm" w="sm" type="none"/>
          </a:ln>
        </p:spPr>
      </p:sp>
      <p:sp>
        <p:nvSpPr>
          <p:cNvPr id="319" name="Google Shape;319;p27"/>
          <p:cNvSpPr/>
          <p:nvPr>
            <p:ph idx="8" type="pic"/>
          </p:nvPr>
        </p:nvSpPr>
        <p:spPr>
          <a:xfrm>
            <a:off x="4848425" y="580600"/>
            <a:ext cx="1721700" cy="1048200"/>
          </a:xfrm>
          <a:prstGeom prst="rect">
            <a:avLst/>
          </a:prstGeom>
          <a:noFill/>
          <a:ln cap="flat" cmpd="sng" w="9525">
            <a:solidFill>
              <a:schemeClr val="dk1"/>
            </a:solidFill>
            <a:prstDash val="solid"/>
            <a:round/>
            <a:headEnd len="sm" w="sm" type="none"/>
            <a:tailEnd len="sm" w="sm" type="none"/>
          </a:ln>
        </p:spPr>
      </p:sp>
      <p:sp>
        <p:nvSpPr>
          <p:cNvPr id="320" name="Google Shape;320;p27"/>
          <p:cNvSpPr txBox="1"/>
          <p:nvPr>
            <p:ph idx="1" type="subTitle"/>
          </p:nvPr>
        </p:nvSpPr>
        <p:spPr>
          <a:xfrm>
            <a:off x="252600" y="743700"/>
            <a:ext cx="2675700" cy="1029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orient="horz" pos="2772">
          <p15:clr>
            <a:srgbClr val="E46962"/>
          </p15:clr>
        </p15:guide>
        <p15:guide id="6" pos="5292">
          <p15:clr>
            <a:srgbClr val="E46962"/>
          </p15:clr>
        </p15:guide>
        <p15:guide id="7" pos="159">
          <p15:clr>
            <a:srgbClr val="E46962"/>
          </p15:clr>
        </p15:guide>
        <p15:guide id="8" orient="horz" pos="159">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ks">
  <p:cSld name="BLANK_1_1_1_1_1_1_1_1_1_1_1_3">
    <p:spTree>
      <p:nvGrpSpPr>
        <p:cNvPr id="321" name="Shape 321"/>
        <p:cNvGrpSpPr/>
        <p:nvPr/>
      </p:nvGrpSpPr>
      <p:grpSpPr>
        <a:xfrm>
          <a:off x="0" y="0"/>
          <a:ext cx="0" cy="0"/>
          <a:chOff x="0" y="0"/>
          <a:chExt cx="0" cy="0"/>
        </a:xfrm>
      </p:grpSpPr>
      <p:sp>
        <p:nvSpPr>
          <p:cNvPr id="322" name="Google Shape;322;p28"/>
          <p:cNvSpPr txBox="1"/>
          <p:nvPr>
            <p:ph type="title"/>
          </p:nvPr>
        </p:nvSpPr>
        <p:spPr>
          <a:xfrm>
            <a:off x="242375" y="530828"/>
            <a:ext cx="3576600" cy="378900"/>
          </a:xfrm>
          <a:prstGeom prst="rect">
            <a:avLst/>
          </a:prstGeom>
        </p:spPr>
        <p:txBody>
          <a:bodyPr anchorCtr="0" anchor="t" bIns="0" lIns="0" spcFirstLastPara="1" rIns="0" wrap="square" tIns="0">
            <a:sp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323" name="Google Shape;323;p28"/>
          <p:cNvSpPr txBox="1"/>
          <p:nvPr>
            <p:ph idx="2" type="title"/>
          </p:nvPr>
        </p:nvSpPr>
        <p:spPr>
          <a:xfrm>
            <a:off x="23689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Space Grotesk"/>
                <a:ea typeface="Space Grotesk"/>
                <a:cs typeface="Space Grotesk"/>
                <a:sym typeface="Space Grotesk"/>
              </a:defRPr>
            </a:lvl2pPr>
            <a:lvl3pPr lvl="2">
              <a:lnSpc>
                <a:spcPct val="115000"/>
              </a:lnSpc>
              <a:spcBef>
                <a:spcPts val="0"/>
              </a:spcBef>
              <a:spcAft>
                <a:spcPts val="0"/>
              </a:spcAft>
              <a:buSzPts val="2800"/>
              <a:buNone/>
              <a:defRPr sz="3000">
                <a:latin typeface="Space Grotesk"/>
                <a:ea typeface="Space Grotesk"/>
                <a:cs typeface="Space Grotesk"/>
                <a:sym typeface="Space Grotesk"/>
              </a:defRPr>
            </a:lvl3pPr>
            <a:lvl4pPr lvl="3">
              <a:lnSpc>
                <a:spcPct val="115000"/>
              </a:lnSpc>
              <a:spcBef>
                <a:spcPts val="0"/>
              </a:spcBef>
              <a:spcAft>
                <a:spcPts val="0"/>
              </a:spcAft>
              <a:buSzPts val="2800"/>
              <a:buNone/>
              <a:defRPr sz="3000">
                <a:latin typeface="Space Grotesk"/>
                <a:ea typeface="Space Grotesk"/>
                <a:cs typeface="Space Grotesk"/>
                <a:sym typeface="Space Grotesk"/>
              </a:defRPr>
            </a:lvl4pPr>
            <a:lvl5pPr lvl="4">
              <a:lnSpc>
                <a:spcPct val="115000"/>
              </a:lnSpc>
              <a:spcBef>
                <a:spcPts val="0"/>
              </a:spcBef>
              <a:spcAft>
                <a:spcPts val="0"/>
              </a:spcAft>
              <a:buSzPts val="2800"/>
              <a:buNone/>
              <a:defRPr sz="3000">
                <a:latin typeface="Space Grotesk"/>
                <a:ea typeface="Space Grotesk"/>
                <a:cs typeface="Space Grotesk"/>
                <a:sym typeface="Space Grotesk"/>
              </a:defRPr>
            </a:lvl5pPr>
            <a:lvl6pPr lvl="5">
              <a:lnSpc>
                <a:spcPct val="115000"/>
              </a:lnSpc>
              <a:spcBef>
                <a:spcPts val="0"/>
              </a:spcBef>
              <a:spcAft>
                <a:spcPts val="0"/>
              </a:spcAft>
              <a:buSzPts val="2800"/>
              <a:buNone/>
              <a:defRPr sz="3000">
                <a:latin typeface="Space Grotesk"/>
                <a:ea typeface="Space Grotesk"/>
                <a:cs typeface="Space Grotesk"/>
                <a:sym typeface="Space Grotesk"/>
              </a:defRPr>
            </a:lvl6pPr>
            <a:lvl7pPr lvl="6">
              <a:lnSpc>
                <a:spcPct val="115000"/>
              </a:lnSpc>
              <a:spcBef>
                <a:spcPts val="0"/>
              </a:spcBef>
              <a:spcAft>
                <a:spcPts val="0"/>
              </a:spcAft>
              <a:buSzPts val="2800"/>
              <a:buNone/>
              <a:defRPr sz="3000">
                <a:latin typeface="Space Grotesk"/>
                <a:ea typeface="Space Grotesk"/>
                <a:cs typeface="Space Grotesk"/>
                <a:sym typeface="Space Grotesk"/>
              </a:defRPr>
            </a:lvl7pPr>
            <a:lvl8pPr lvl="7">
              <a:lnSpc>
                <a:spcPct val="115000"/>
              </a:lnSpc>
              <a:spcBef>
                <a:spcPts val="0"/>
              </a:spcBef>
              <a:spcAft>
                <a:spcPts val="0"/>
              </a:spcAft>
              <a:buSzPts val="2800"/>
              <a:buNone/>
              <a:defRPr sz="3000">
                <a:latin typeface="Space Grotesk"/>
                <a:ea typeface="Space Grotesk"/>
                <a:cs typeface="Space Grotesk"/>
                <a:sym typeface="Space Grotesk"/>
              </a:defRPr>
            </a:lvl8pPr>
            <a:lvl9pPr lvl="8">
              <a:lnSpc>
                <a:spcPct val="115000"/>
              </a:lnSpc>
              <a:spcBef>
                <a:spcPts val="0"/>
              </a:spcBef>
              <a:spcAft>
                <a:spcPts val="0"/>
              </a:spcAft>
              <a:buSzPts val="2800"/>
              <a:buNone/>
              <a:defRPr sz="3000">
                <a:latin typeface="Space Grotesk"/>
                <a:ea typeface="Space Grotesk"/>
                <a:cs typeface="Space Grotesk"/>
                <a:sym typeface="Space Grotesk"/>
              </a:defRPr>
            </a:lvl9pPr>
          </a:lstStyle>
          <a:p/>
        </p:txBody>
      </p:sp>
      <p:grpSp>
        <p:nvGrpSpPr>
          <p:cNvPr id="324" name="Google Shape;324;p28"/>
          <p:cNvGrpSpPr/>
          <p:nvPr/>
        </p:nvGrpSpPr>
        <p:grpSpPr>
          <a:xfrm>
            <a:off x="-7338" y="1654487"/>
            <a:ext cx="9150854" cy="3491662"/>
            <a:chOff x="7059712" y="1295828"/>
            <a:chExt cx="2075400" cy="3601137"/>
          </a:xfrm>
        </p:grpSpPr>
        <p:sp>
          <p:nvSpPr>
            <p:cNvPr id="325" name="Google Shape;325;p28"/>
            <p:cNvSpPr/>
            <p:nvPr/>
          </p:nvSpPr>
          <p:spPr>
            <a:xfrm rot="-5400000">
              <a:off x="8683846" y="1589228"/>
              <a:ext cx="744600" cy="157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26" name="Google Shape;326;p28"/>
            <p:cNvSpPr/>
            <p:nvPr/>
          </p:nvSpPr>
          <p:spPr>
            <a:xfrm rot="-5400000">
              <a:off x="7635137" y="2417525"/>
              <a:ext cx="511500" cy="166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27" name="Google Shape;327;p28"/>
            <p:cNvSpPr/>
            <p:nvPr/>
          </p:nvSpPr>
          <p:spPr>
            <a:xfrm>
              <a:off x="7061153" y="2040415"/>
              <a:ext cx="1919400" cy="10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28" name="Google Shape;328;p28"/>
            <p:cNvSpPr/>
            <p:nvPr/>
          </p:nvSpPr>
          <p:spPr>
            <a:xfrm rot="-5400000">
              <a:off x="7624952" y="3629915"/>
              <a:ext cx="703500" cy="1830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29" name="Google Shape;329;p28"/>
            <p:cNvSpPr/>
            <p:nvPr/>
          </p:nvSpPr>
          <p:spPr>
            <a:xfrm rot="-5400000">
              <a:off x="7696912" y="2785540"/>
              <a:ext cx="801000" cy="207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330" name="Google Shape;330;p28"/>
          <p:cNvSpPr txBox="1"/>
          <p:nvPr>
            <p:ph idx="1" type="subTitle"/>
          </p:nvPr>
        </p:nvSpPr>
        <p:spPr>
          <a:xfrm>
            <a:off x="246850" y="2620050"/>
            <a:ext cx="6911700" cy="2271000"/>
          </a:xfrm>
          <a:prstGeom prst="rect">
            <a:avLst/>
          </a:prstGeom>
        </p:spPr>
        <p:txBody>
          <a:bodyPr anchorCtr="0" anchor="b" bIns="0" lIns="0" spcFirstLastPara="1" rIns="0" wrap="square" tIns="0">
            <a:normAutofit/>
          </a:bodyPr>
          <a:lstStyle>
            <a:lvl1pPr lvl="0">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1pPr>
            <a:lvl2pPr lvl="1">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2pPr>
            <a:lvl3pPr lvl="2">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3pPr>
            <a:lvl4pPr lvl="3">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4pPr>
            <a:lvl5pPr lvl="4">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5pPr>
            <a:lvl6pPr lvl="5">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6pPr>
            <a:lvl7pPr lvl="6">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7pPr>
            <a:lvl8pPr lvl="7">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8pPr>
            <a:lvl9pPr lvl="8">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List">
  <p:cSld name="BLANK_1_1_1_1_1_1_1_1_1_1_1_2">
    <p:spTree>
      <p:nvGrpSpPr>
        <p:cNvPr id="331" name="Shape 331"/>
        <p:cNvGrpSpPr/>
        <p:nvPr/>
      </p:nvGrpSpPr>
      <p:grpSpPr>
        <a:xfrm>
          <a:off x="0" y="0"/>
          <a:ext cx="0" cy="0"/>
          <a:chOff x="0" y="0"/>
          <a:chExt cx="0" cy="0"/>
        </a:xfrm>
      </p:grpSpPr>
      <p:pic>
        <p:nvPicPr>
          <p:cNvPr id="332" name="Google Shape;332;p29"/>
          <p:cNvPicPr preferRelativeResize="0"/>
          <p:nvPr/>
        </p:nvPicPr>
        <p:blipFill rotWithShape="1">
          <a:blip r:embed="rId2">
            <a:alphaModFix/>
          </a:blip>
          <a:srcRect b="48372" l="72419" r="0" t="25661"/>
          <a:stretch/>
        </p:blipFill>
        <p:spPr>
          <a:xfrm>
            <a:off x="8451297" y="282525"/>
            <a:ext cx="305451" cy="287577"/>
          </a:xfrm>
          <a:prstGeom prst="rect">
            <a:avLst/>
          </a:prstGeom>
          <a:noFill/>
          <a:ln>
            <a:noFill/>
          </a:ln>
        </p:spPr>
      </p:pic>
      <p:sp>
        <p:nvSpPr>
          <p:cNvPr id="333" name="Google Shape;333;p29"/>
          <p:cNvSpPr txBox="1"/>
          <p:nvPr>
            <p:ph idx="1" type="subTitle"/>
          </p:nvPr>
        </p:nvSpPr>
        <p:spPr>
          <a:xfrm>
            <a:off x="246850"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2"/>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334" name="Google Shape;334;p29"/>
          <p:cNvSpPr txBox="1"/>
          <p:nvPr>
            <p:ph idx="2" type="subTitle"/>
          </p:nvPr>
        </p:nvSpPr>
        <p:spPr>
          <a:xfrm>
            <a:off x="246850"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35" name="Google Shape;335;p29"/>
          <p:cNvSpPr txBox="1"/>
          <p:nvPr>
            <p:ph idx="3" type="subTitle"/>
          </p:nvPr>
        </p:nvSpPr>
        <p:spPr>
          <a:xfrm>
            <a:off x="246850"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36" name="Google Shape;336;p29"/>
          <p:cNvSpPr txBox="1"/>
          <p:nvPr>
            <p:ph idx="4" type="subTitle"/>
          </p:nvPr>
        </p:nvSpPr>
        <p:spPr>
          <a:xfrm>
            <a:off x="3135975"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4"/>
                </a:highlight>
              </a:defRPr>
            </a:lvl1pPr>
            <a:lvl2pPr lvl="1">
              <a:lnSpc>
                <a:spcPct val="80000"/>
              </a:lnSpc>
              <a:spcBef>
                <a:spcPts val="0"/>
              </a:spcBef>
              <a:spcAft>
                <a:spcPts val="0"/>
              </a:spcAft>
              <a:buSzPts val="1500"/>
              <a:buFont typeface="Space Grotesk"/>
              <a:buNone/>
              <a:defRPr sz="1500">
                <a:highlight>
                  <a:schemeClr val="accent4"/>
                </a:highlight>
              </a:defRPr>
            </a:lvl2pPr>
            <a:lvl3pPr lvl="2">
              <a:lnSpc>
                <a:spcPct val="80000"/>
              </a:lnSpc>
              <a:spcBef>
                <a:spcPts val="0"/>
              </a:spcBef>
              <a:spcAft>
                <a:spcPts val="0"/>
              </a:spcAft>
              <a:buSzPts val="1500"/>
              <a:buFont typeface="Space Grotesk"/>
              <a:buNone/>
              <a:defRPr sz="1500">
                <a:highlight>
                  <a:schemeClr val="accent4"/>
                </a:highlight>
              </a:defRPr>
            </a:lvl3pPr>
            <a:lvl4pPr lvl="3">
              <a:lnSpc>
                <a:spcPct val="80000"/>
              </a:lnSpc>
              <a:spcBef>
                <a:spcPts val="0"/>
              </a:spcBef>
              <a:spcAft>
                <a:spcPts val="0"/>
              </a:spcAft>
              <a:buSzPts val="1500"/>
              <a:buFont typeface="Space Grotesk"/>
              <a:buNone/>
              <a:defRPr sz="1500">
                <a:highlight>
                  <a:schemeClr val="accent4"/>
                </a:highlight>
              </a:defRPr>
            </a:lvl4pPr>
            <a:lvl5pPr lvl="4">
              <a:lnSpc>
                <a:spcPct val="80000"/>
              </a:lnSpc>
              <a:spcBef>
                <a:spcPts val="0"/>
              </a:spcBef>
              <a:spcAft>
                <a:spcPts val="0"/>
              </a:spcAft>
              <a:buSzPts val="1500"/>
              <a:buFont typeface="Space Grotesk"/>
              <a:buNone/>
              <a:defRPr sz="1500">
                <a:highlight>
                  <a:schemeClr val="accent4"/>
                </a:highlight>
              </a:defRPr>
            </a:lvl5pPr>
            <a:lvl6pPr lvl="5">
              <a:lnSpc>
                <a:spcPct val="80000"/>
              </a:lnSpc>
              <a:spcBef>
                <a:spcPts val="0"/>
              </a:spcBef>
              <a:spcAft>
                <a:spcPts val="0"/>
              </a:spcAft>
              <a:buSzPts val="1500"/>
              <a:buFont typeface="Space Grotesk"/>
              <a:buNone/>
              <a:defRPr sz="1500">
                <a:highlight>
                  <a:schemeClr val="accent4"/>
                </a:highlight>
              </a:defRPr>
            </a:lvl6pPr>
            <a:lvl7pPr lvl="6">
              <a:lnSpc>
                <a:spcPct val="80000"/>
              </a:lnSpc>
              <a:spcBef>
                <a:spcPts val="0"/>
              </a:spcBef>
              <a:spcAft>
                <a:spcPts val="0"/>
              </a:spcAft>
              <a:buSzPts val="1500"/>
              <a:buFont typeface="Space Grotesk"/>
              <a:buNone/>
              <a:defRPr sz="1500">
                <a:highlight>
                  <a:schemeClr val="accent4"/>
                </a:highlight>
              </a:defRPr>
            </a:lvl7pPr>
            <a:lvl8pPr lvl="7">
              <a:lnSpc>
                <a:spcPct val="80000"/>
              </a:lnSpc>
              <a:spcBef>
                <a:spcPts val="0"/>
              </a:spcBef>
              <a:spcAft>
                <a:spcPts val="0"/>
              </a:spcAft>
              <a:buSzPts val="1500"/>
              <a:buFont typeface="Space Grotesk"/>
              <a:buNone/>
              <a:defRPr sz="1500">
                <a:highlight>
                  <a:schemeClr val="accent4"/>
                </a:highlight>
              </a:defRPr>
            </a:lvl8pPr>
            <a:lvl9pPr lvl="8">
              <a:lnSpc>
                <a:spcPct val="80000"/>
              </a:lnSpc>
              <a:spcBef>
                <a:spcPts val="0"/>
              </a:spcBef>
              <a:spcAft>
                <a:spcPts val="0"/>
              </a:spcAft>
              <a:buSzPts val="1500"/>
              <a:buFont typeface="Space Grotesk"/>
              <a:buNone/>
              <a:defRPr sz="1500">
                <a:highlight>
                  <a:schemeClr val="accent4"/>
                </a:highlight>
              </a:defRPr>
            </a:lvl9pPr>
          </a:lstStyle>
          <a:p/>
        </p:txBody>
      </p:sp>
      <p:sp>
        <p:nvSpPr>
          <p:cNvPr id="337" name="Google Shape;337;p29"/>
          <p:cNvSpPr txBox="1"/>
          <p:nvPr>
            <p:ph idx="5" type="subTitle"/>
          </p:nvPr>
        </p:nvSpPr>
        <p:spPr>
          <a:xfrm>
            <a:off x="3135975" y="4097621"/>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5"/>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338" name="Google Shape;338;p29"/>
          <p:cNvSpPr txBox="1"/>
          <p:nvPr>
            <p:ph type="title"/>
          </p:nvPr>
        </p:nvSpPr>
        <p:spPr>
          <a:xfrm>
            <a:off x="23764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Arial"/>
                <a:ea typeface="Arial"/>
                <a:cs typeface="Arial"/>
                <a:sym typeface="Arial"/>
              </a:defRPr>
            </a:lvl2pPr>
            <a:lvl3pPr lvl="2">
              <a:lnSpc>
                <a:spcPct val="115000"/>
              </a:lnSpc>
              <a:spcBef>
                <a:spcPts val="0"/>
              </a:spcBef>
              <a:spcAft>
                <a:spcPts val="0"/>
              </a:spcAft>
              <a:buSzPts val="2800"/>
              <a:buNone/>
              <a:defRPr sz="3000">
                <a:latin typeface="Arial"/>
                <a:ea typeface="Arial"/>
                <a:cs typeface="Arial"/>
                <a:sym typeface="Arial"/>
              </a:defRPr>
            </a:lvl3pPr>
            <a:lvl4pPr lvl="3">
              <a:lnSpc>
                <a:spcPct val="115000"/>
              </a:lnSpc>
              <a:spcBef>
                <a:spcPts val="0"/>
              </a:spcBef>
              <a:spcAft>
                <a:spcPts val="0"/>
              </a:spcAft>
              <a:buSzPts val="2800"/>
              <a:buNone/>
              <a:defRPr sz="3000">
                <a:latin typeface="Arial"/>
                <a:ea typeface="Arial"/>
                <a:cs typeface="Arial"/>
                <a:sym typeface="Arial"/>
              </a:defRPr>
            </a:lvl4pPr>
            <a:lvl5pPr lvl="4">
              <a:lnSpc>
                <a:spcPct val="115000"/>
              </a:lnSpc>
              <a:spcBef>
                <a:spcPts val="0"/>
              </a:spcBef>
              <a:spcAft>
                <a:spcPts val="0"/>
              </a:spcAft>
              <a:buSzPts val="2800"/>
              <a:buNone/>
              <a:defRPr sz="3000">
                <a:latin typeface="Arial"/>
                <a:ea typeface="Arial"/>
                <a:cs typeface="Arial"/>
                <a:sym typeface="Arial"/>
              </a:defRPr>
            </a:lvl5pPr>
            <a:lvl6pPr lvl="5">
              <a:lnSpc>
                <a:spcPct val="115000"/>
              </a:lnSpc>
              <a:spcBef>
                <a:spcPts val="0"/>
              </a:spcBef>
              <a:spcAft>
                <a:spcPts val="0"/>
              </a:spcAft>
              <a:buSzPts val="2800"/>
              <a:buNone/>
              <a:defRPr sz="3000">
                <a:latin typeface="Arial"/>
                <a:ea typeface="Arial"/>
                <a:cs typeface="Arial"/>
                <a:sym typeface="Arial"/>
              </a:defRPr>
            </a:lvl6pPr>
            <a:lvl7pPr lvl="6">
              <a:lnSpc>
                <a:spcPct val="115000"/>
              </a:lnSpc>
              <a:spcBef>
                <a:spcPts val="0"/>
              </a:spcBef>
              <a:spcAft>
                <a:spcPts val="0"/>
              </a:spcAft>
              <a:buSzPts val="2800"/>
              <a:buNone/>
              <a:defRPr sz="3000">
                <a:latin typeface="Arial"/>
                <a:ea typeface="Arial"/>
                <a:cs typeface="Arial"/>
                <a:sym typeface="Arial"/>
              </a:defRPr>
            </a:lvl7pPr>
            <a:lvl8pPr lvl="7">
              <a:lnSpc>
                <a:spcPct val="115000"/>
              </a:lnSpc>
              <a:spcBef>
                <a:spcPts val="0"/>
              </a:spcBef>
              <a:spcAft>
                <a:spcPts val="0"/>
              </a:spcAft>
              <a:buSzPts val="2800"/>
              <a:buNone/>
              <a:defRPr sz="3000">
                <a:latin typeface="Arial"/>
                <a:ea typeface="Arial"/>
                <a:cs typeface="Arial"/>
                <a:sym typeface="Arial"/>
              </a:defRPr>
            </a:lvl8pPr>
            <a:lvl9pPr lvl="8">
              <a:lnSpc>
                <a:spcPct val="115000"/>
              </a:lnSpc>
              <a:spcBef>
                <a:spcPts val="0"/>
              </a:spcBef>
              <a:spcAft>
                <a:spcPts val="0"/>
              </a:spcAft>
              <a:buSzPts val="2800"/>
              <a:buNone/>
              <a:defRPr sz="3000">
                <a:latin typeface="Arial"/>
                <a:ea typeface="Arial"/>
                <a:cs typeface="Arial"/>
                <a:sym typeface="Arial"/>
              </a:defRPr>
            </a:lvl9pPr>
          </a:lstStyle>
          <a:p/>
        </p:txBody>
      </p:sp>
      <p:sp>
        <p:nvSpPr>
          <p:cNvPr id="339" name="Google Shape;339;p29"/>
          <p:cNvSpPr txBox="1"/>
          <p:nvPr>
            <p:ph idx="6" type="subTitle"/>
          </p:nvPr>
        </p:nvSpPr>
        <p:spPr>
          <a:xfrm>
            <a:off x="246850"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40" name="Google Shape;340;p29"/>
          <p:cNvSpPr txBox="1"/>
          <p:nvPr>
            <p:ph idx="7" type="subTitle"/>
          </p:nvPr>
        </p:nvSpPr>
        <p:spPr>
          <a:xfrm>
            <a:off x="246850"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41" name="Google Shape;341;p29"/>
          <p:cNvSpPr txBox="1"/>
          <p:nvPr>
            <p:ph idx="8" type="subTitle"/>
          </p:nvPr>
        </p:nvSpPr>
        <p:spPr>
          <a:xfrm>
            <a:off x="246850" y="40982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42" name="Google Shape;342;p29"/>
          <p:cNvSpPr txBox="1"/>
          <p:nvPr>
            <p:ph idx="9" type="subTitle"/>
          </p:nvPr>
        </p:nvSpPr>
        <p:spPr>
          <a:xfrm>
            <a:off x="246850" y="42613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43" name="Google Shape;343;p29"/>
          <p:cNvSpPr txBox="1"/>
          <p:nvPr>
            <p:ph idx="13" type="subTitle"/>
          </p:nvPr>
        </p:nvSpPr>
        <p:spPr>
          <a:xfrm>
            <a:off x="3135975"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44" name="Google Shape;344;p29"/>
          <p:cNvSpPr txBox="1"/>
          <p:nvPr>
            <p:ph idx="14" type="subTitle"/>
          </p:nvPr>
        </p:nvSpPr>
        <p:spPr>
          <a:xfrm>
            <a:off x="3135975"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45" name="Google Shape;345;p29"/>
          <p:cNvSpPr txBox="1"/>
          <p:nvPr>
            <p:ph idx="15" type="subTitle"/>
          </p:nvPr>
        </p:nvSpPr>
        <p:spPr>
          <a:xfrm>
            <a:off x="3135975"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46" name="Google Shape;346;p29"/>
          <p:cNvSpPr txBox="1"/>
          <p:nvPr>
            <p:ph idx="16" type="subTitle"/>
          </p:nvPr>
        </p:nvSpPr>
        <p:spPr>
          <a:xfrm>
            <a:off x="3135975"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47" name="Google Shape;347;p29"/>
          <p:cNvSpPr txBox="1"/>
          <p:nvPr>
            <p:ph idx="17" type="subTitle"/>
          </p:nvPr>
        </p:nvSpPr>
        <p:spPr>
          <a:xfrm>
            <a:off x="3135975" y="45463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48" name="Google Shape;348;p29"/>
          <p:cNvSpPr txBox="1"/>
          <p:nvPr>
            <p:ph idx="18" type="subTitle"/>
          </p:nvPr>
        </p:nvSpPr>
        <p:spPr>
          <a:xfrm>
            <a:off x="3135975" y="47094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2_1_1">
    <p:spTree>
      <p:nvGrpSpPr>
        <p:cNvPr id="349" name="Shape 349"/>
        <p:cNvGrpSpPr/>
        <p:nvPr/>
      </p:nvGrpSpPr>
      <p:grpSpPr>
        <a:xfrm>
          <a:off x="0" y="0"/>
          <a:ext cx="0" cy="0"/>
          <a:chOff x="0" y="0"/>
          <a:chExt cx="0" cy="0"/>
        </a:xfrm>
      </p:grpSpPr>
      <p:grpSp>
        <p:nvGrpSpPr>
          <p:cNvPr id="350" name="Google Shape;350;p30"/>
          <p:cNvGrpSpPr/>
          <p:nvPr/>
        </p:nvGrpSpPr>
        <p:grpSpPr>
          <a:xfrm>
            <a:off x="3343784" y="3174433"/>
            <a:ext cx="4804343" cy="1969075"/>
            <a:chOff x="4110075" y="3174500"/>
            <a:chExt cx="4385125" cy="2181075"/>
          </a:xfrm>
        </p:grpSpPr>
        <p:sp>
          <p:nvSpPr>
            <p:cNvPr id="351" name="Google Shape;351;p30"/>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2" name="Google Shape;352;p30"/>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3" name="Google Shape;353;p30"/>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354" name="Google Shape;354;p30"/>
          <p:cNvGrpSpPr/>
          <p:nvPr/>
        </p:nvGrpSpPr>
        <p:grpSpPr>
          <a:xfrm>
            <a:off x="4340393" y="1752191"/>
            <a:ext cx="4804343" cy="1969075"/>
            <a:chOff x="4110075" y="3174500"/>
            <a:chExt cx="4385125" cy="2181075"/>
          </a:xfrm>
        </p:grpSpPr>
        <p:sp>
          <p:nvSpPr>
            <p:cNvPr id="355" name="Google Shape;355;p30"/>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56" name="Google Shape;356;p30"/>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57" name="Google Shape;357;p30"/>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58" name="Google Shape;358;p30"/>
          <p:cNvGrpSpPr/>
          <p:nvPr/>
        </p:nvGrpSpPr>
        <p:grpSpPr>
          <a:xfrm>
            <a:off x="4790942" y="0"/>
            <a:ext cx="4353074" cy="2254435"/>
            <a:chOff x="5469800" y="-26200"/>
            <a:chExt cx="3674100" cy="2368850"/>
          </a:xfrm>
        </p:grpSpPr>
        <p:sp>
          <p:nvSpPr>
            <p:cNvPr id="359" name="Google Shape;359;p30"/>
            <p:cNvSpPr/>
            <p:nvPr/>
          </p:nvSpPr>
          <p:spPr>
            <a:xfrm>
              <a:off x="5701100" y="1018750"/>
              <a:ext cx="3442800" cy="1323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60" name="Google Shape;360;p30"/>
            <p:cNvSpPr/>
            <p:nvPr/>
          </p:nvSpPr>
          <p:spPr>
            <a:xfrm>
              <a:off x="5469800" y="-26200"/>
              <a:ext cx="3674100" cy="1944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61" name="Google Shape;361;p30"/>
          <p:cNvGrpSpPr/>
          <p:nvPr/>
        </p:nvGrpSpPr>
        <p:grpSpPr>
          <a:xfrm>
            <a:off x="4340407" y="3174433"/>
            <a:ext cx="4804343" cy="1969075"/>
            <a:chOff x="4110075" y="3174500"/>
            <a:chExt cx="4385125" cy="2181075"/>
          </a:xfrm>
        </p:grpSpPr>
        <p:sp>
          <p:nvSpPr>
            <p:cNvPr id="362" name="Google Shape;362;p30"/>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63" name="Google Shape;363;p30"/>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64" name="Google Shape;364;p30"/>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365" name="Google Shape;365;p30"/>
          <p:cNvSpPr txBox="1"/>
          <p:nvPr>
            <p:ph idx="1" type="subTitle"/>
          </p:nvPr>
        </p:nvSpPr>
        <p:spPr>
          <a:xfrm>
            <a:off x="5619076" y="1752200"/>
            <a:ext cx="22476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66" name="Google Shape;366;p30"/>
          <p:cNvSpPr txBox="1"/>
          <p:nvPr>
            <p:ph idx="2" type="subTitle"/>
          </p:nvPr>
        </p:nvSpPr>
        <p:spPr>
          <a:xfrm>
            <a:off x="5619076" y="2971501"/>
            <a:ext cx="2291400" cy="4866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67" name="Google Shape;367;p30"/>
          <p:cNvSpPr txBox="1"/>
          <p:nvPr>
            <p:ph idx="3" type="subTitle"/>
          </p:nvPr>
        </p:nvSpPr>
        <p:spPr>
          <a:xfrm>
            <a:off x="5619076" y="603850"/>
            <a:ext cx="22914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68" name="Google Shape;368;p30"/>
          <p:cNvSpPr txBox="1"/>
          <p:nvPr>
            <p:ph idx="4" type="subTitle"/>
          </p:nvPr>
        </p:nvSpPr>
        <p:spPr>
          <a:xfrm>
            <a:off x="5619076" y="2339999"/>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69" name="Google Shape;369;p30"/>
          <p:cNvSpPr txBox="1"/>
          <p:nvPr>
            <p:ph idx="5" type="subTitle"/>
          </p:nvPr>
        </p:nvSpPr>
        <p:spPr>
          <a:xfrm>
            <a:off x="5619076" y="1179625"/>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70" name="Google Shape;370;p30"/>
          <p:cNvSpPr txBox="1"/>
          <p:nvPr>
            <p:ph idx="6" type="subTitle"/>
          </p:nvPr>
        </p:nvSpPr>
        <p:spPr>
          <a:xfrm>
            <a:off x="5619076" y="3518350"/>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71" name="Google Shape;371;p30"/>
          <p:cNvSpPr txBox="1"/>
          <p:nvPr>
            <p:ph type="title"/>
          </p:nvPr>
        </p:nvSpPr>
        <p:spPr>
          <a:xfrm>
            <a:off x="743700" y="743700"/>
            <a:ext cx="4686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2">
    <p:bg>
      <p:bgPr>
        <a:solidFill>
          <a:schemeClr val="accent2"/>
        </a:solidFill>
      </p:bgPr>
    </p:bg>
    <p:spTree>
      <p:nvGrpSpPr>
        <p:cNvPr id="372" name="Shape 372"/>
        <p:cNvGrpSpPr/>
        <p:nvPr/>
      </p:nvGrpSpPr>
      <p:grpSpPr>
        <a:xfrm>
          <a:off x="0" y="0"/>
          <a:ext cx="0" cy="0"/>
          <a:chOff x="0" y="0"/>
          <a:chExt cx="0" cy="0"/>
        </a:xfrm>
      </p:grpSpPr>
      <p:grpSp>
        <p:nvGrpSpPr>
          <p:cNvPr id="373" name="Google Shape;373;p31"/>
          <p:cNvGrpSpPr/>
          <p:nvPr/>
        </p:nvGrpSpPr>
        <p:grpSpPr>
          <a:xfrm>
            <a:off x="2337800" y="-3225"/>
            <a:ext cx="6806000" cy="5187625"/>
            <a:chOff x="2337800" y="-3225"/>
            <a:chExt cx="6806000" cy="5187625"/>
          </a:xfrm>
        </p:grpSpPr>
        <p:sp>
          <p:nvSpPr>
            <p:cNvPr id="374" name="Google Shape;374;p31"/>
            <p:cNvSpPr/>
            <p:nvPr/>
          </p:nvSpPr>
          <p:spPr>
            <a:xfrm>
              <a:off x="4521450" y="1439175"/>
              <a:ext cx="4018800" cy="9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75" name="Google Shape;375;p31"/>
            <p:cNvSpPr/>
            <p:nvPr/>
          </p:nvSpPr>
          <p:spPr>
            <a:xfrm>
              <a:off x="3555075" y="2289675"/>
              <a:ext cx="3597000" cy="144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76" name="Google Shape;376;p31"/>
            <p:cNvSpPr/>
            <p:nvPr/>
          </p:nvSpPr>
          <p:spPr>
            <a:xfrm>
              <a:off x="5626900" y="-3225"/>
              <a:ext cx="3516900" cy="1836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77" name="Google Shape;377;p31"/>
            <p:cNvSpPr/>
            <p:nvPr/>
          </p:nvSpPr>
          <p:spPr>
            <a:xfrm>
              <a:off x="2337800" y="3695800"/>
              <a:ext cx="3597000" cy="148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grpSp>
      <p:sp>
        <p:nvSpPr>
          <p:cNvPr id="378" name="Google Shape;378;p31"/>
          <p:cNvSpPr txBox="1"/>
          <p:nvPr>
            <p:ph type="title"/>
          </p:nvPr>
        </p:nvSpPr>
        <p:spPr>
          <a:xfrm>
            <a:off x="743700" y="743700"/>
            <a:ext cx="4299000" cy="1792500"/>
          </a:xfrm>
          <a:prstGeom prst="rect">
            <a:avLst/>
          </a:prstGeom>
        </p:spPr>
        <p:txBody>
          <a:bodyPr anchorCtr="0" anchor="t" bIns="0" lIns="0" spcFirstLastPara="1" rIns="0" wrap="square" tIns="0">
            <a:sp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
        <p:nvSpPr>
          <p:cNvPr id="379" name="Google Shape;379;p31"/>
          <p:cNvSpPr txBox="1"/>
          <p:nvPr>
            <p:ph idx="2" type="title"/>
          </p:nvPr>
        </p:nvSpPr>
        <p:spPr>
          <a:xfrm>
            <a:off x="3872475" y="2694025"/>
            <a:ext cx="2962200" cy="1705800"/>
          </a:xfrm>
          <a:prstGeom prst="rect">
            <a:avLst/>
          </a:prstGeom>
        </p:spPr>
        <p:txBody>
          <a:bodyPr anchorCtr="0" anchor="t" bIns="0" lIns="0" spcFirstLastPara="1" rIns="0" wrap="square" tIns="0">
            <a:noAutofit/>
          </a:bodyPr>
          <a:lstStyle>
            <a:lvl1pPr lvl="0">
              <a:spcBef>
                <a:spcPts val="0"/>
              </a:spcBef>
              <a:spcAft>
                <a:spcPts val="0"/>
              </a:spcAft>
              <a:buSzPts val="1500"/>
              <a:buFont typeface="Space Grotesk Medium"/>
              <a:buNone/>
              <a:defRPr sz="1500"/>
            </a:lvl1pPr>
            <a:lvl2pPr lvl="1">
              <a:spcBef>
                <a:spcPts val="0"/>
              </a:spcBef>
              <a:spcAft>
                <a:spcPts val="0"/>
              </a:spcAft>
              <a:buSzPts val="1500"/>
              <a:buFont typeface="Space Grotesk Medium"/>
              <a:buNone/>
              <a:defRPr sz="1500"/>
            </a:lvl2pPr>
            <a:lvl3pPr lvl="2">
              <a:spcBef>
                <a:spcPts val="0"/>
              </a:spcBef>
              <a:spcAft>
                <a:spcPts val="0"/>
              </a:spcAft>
              <a:buSzPts val="1500"/>
              <a:buFont typeface="Space Grotesk Medium"/>
              <a:buNone/>
              <a:defRPr sz="1500"/>
            </a:lvl3pPr>
            <a:lvl4pPr lvl="3">
              <a:spcBef>
                <a:spcPts val="0"/>
              </a:spcBef>
              <a:spcAft>
                <a:spcPts val="0"/>
              </a:spcAft>
              <a:buSzPts val="1500"/>
              <a:buFont typeface="Space Grotesk Medium"/>
              <a:buNone/>
              <a:defRPr sz="1500"/>
            </a:lvl4pPr>
            <a:lvl5pPr lvl="4">
              <a:spcBef>
                <a:spcPts val="0"/>
              </a:spcBef>
              <a:spcAft>
                <a:spcPts val="0"/>
              </a:spcAft>
              <a:buSzPts val="1500"/>
              <a:buFont typeface="Space Grotesk Medium"/>
              <a:buNone/>
              <a:defRPr sz="1500"/>
            </a:lvl5pPr>
            <a:lvl6pPr lvl="5">
              <a:spcBef>
                <a:spcPts val="0"/>
              </a:spcBef>
              <a:spcAft>
                <a:spcPts val="0"/>
              </a:spcAft>
              <a:buSzPts val="1500"/>
              <a:buFont typeface="Space Grotesk Medium"/>
              <a:buNone/>
              <a:defRPr sz="1500"/>
            </a:lvl6pPr>
            <a:lvl7pPr lvl="6">
              <a:spcBef>
                <a:spcPts val="0"/>
              </a:spcBef>
              <a:spcAft>
                <a:spcPts val="0"/>
              </a:spcAft>
              <a:buSzPts val="1500"/>
              <a:buFont typeface="Space Grotesk Medium"/>
              <a:buNone/>
              <a:defRPr sz="1500"/>
            </a:lvl7pPr>
            <a:lvl8pPr lvl="7">
              <a:spcBef>
                <a:spcPts val="0"/>
              </a:spcBef>
              <a:spcAft>
                <a:spcPts val="0"/>
              </a:spcAft>
              <a:buSzPts val="1500"/>
              <a:buFont typeface="Space Grotesk Medium"/>
              <a:buNone/>
              <a:defRPr sz="1500"/>
            </a:lvl8pPr>
            <a:lvl9pPr lvl="8">
              <a:spcBef>
                <a:spcPts val="0"/>
              </a:spcBef>
              <a:spcAft>
                <a:spcPts val="0"/>
              </a:spcAft>
              <a:buSzPts val="1500"/>
              <a:buFont typeface="Space Grotesk Medium"/>
              <a:buNone/>
              <a:defRPr sz="1500"/>
            </a:lvl9pPr>
          </a:lstStyle>
          <a:p/>
        </p:txBody>
      </p:sp>
      <p:pic>
        <p:nvPicPr>
          <p:cNvPr id="380" name="Google Shape;380;p31"/>
          <p:cNvPicPr preferRelativeResize="0"/>
          <p:nvPr/>
        </p:nvPicPr>
        <p:blipFill rotWithShape="1">
          <a:blip r:embed="rId2">
            <a:alphaModFix/>
          </a:blip>
          <a:srcRect b="47660" l="8382" r="59408" t="26262"/>
          <a:stretch/>
        </p:blipFill>
        <p:spPr>
          <a:xfrm>
            <a:off x="642782" y="4271023"/>
            <a:ext cx="201843" cy="163413"/>
          </a:xfrm>
          <a:prstGeom prst="rect">
            <a:avLst/>
          </a:prstGeom>
          <a:noFill/>
          <a:ln>
            <a:noFill/>
          </a:ln>
        </p:spPr>
      </p:pic>
      <p:pic>
        <p:nvPicPr>
          <p:cNvPr id="381" name="Google Shape;381;p31"/>
          <p:cNvPicPr preferRelativeResize="0"/>
          <p:nvPr/>
        </p:nvPicPr>
        <p:blipFill rotWithShape="1">
          <a:blip r:embed="rId2">
            <a:alphaModFix/>
          </a:blip>
          <a:srcRect b="47660" l="8382" r="59408" t="26262"/>
          <a:stretch/>
        </p:blipFill>
        <p:spPr>
          <a:xfrm>
            <a:off x="7688117" y="4164648"/>
            <a:ext cx="201843" cy="163413"/>
          </a:xfrm>
          <a:prstGeom prst="rect">
            <a:avLst/>
          </a:prstGeom>
          <a:noFill/>
          <a:ln>
            <a:noFill/>
          </a:ln>
        </p:spPr>
      </p:pic>
      <p:pic>
        <p:nvPicPr>
          <p:cNvPr id="382" name="Google Shape;382;p31"/>
          <p:cNvPicPr preferRelativeResize="0"/>
          <p:nvPr/>
        </p:nvPicPr>
        <p:blipFill rotWithShape="1">
          <a:blip r:embed="rId2">
            <a:alphaModFix/>
          </a:blip>
          <a:srcRect b="47660" l="8382" r="59408" t="26262"/>
          <a:stretch/>
        </p:blipFill>
        <p:spPr>
          <a:xfrm>
            <a:off x="7972601" y="3033048"/>
            <a:ext cx="201843" cy="163413"/>
          </a:xfrm>
          <a:prstGeom prst="rect">
            <a:avLst/>
          </a:prstGeom>
          <a:noFill/>
          <a:ln>
            <a:noFill/>
          </a:ln>
        </p:spPr>
      </p:pic>
      <p:pic>
        <p:nvPicPr>
          <p:cNvPr id="383" name="Google Shape;383;p31"/>
          <p:cNvPicPr preferRelativeResize="0"/>
          <p:nvPr/>
        </p:nvPicPr>
        <p:blipFill rotWithShape="1">
          <a:blip r:embed="rId2">
            <a:alphaModFix/>
          </a:blip>
          <a:srcRect b="47660" l="8382" r="59408" t="26262"/>
          <a:stretch/>
        </p:blipFill>
        <p:spPr>
          <a:xfrm>
            <a:off x="4521457" y="445923"/>
            <a:ext cx="201843" cy="163413"/>
          </a:xfrm>
          <a:prstGeom prst="rect">
            <a:avLst/>
          </a:prstGeom>
          <a:noFill/>
          <a:ln>
            <a:noFill/>
          </a:ln>
        </p:spPr>
      </p:pic>
      <p:pic>
        <p:nvPicPr>
          <p:cNvPr id="384" name="Google Shape;384;p31"/>
          <p:cNvPicPr preferRelativeResize="0"/>
          <p:nvPr/>
        </p:nvPicPr>
        <p:blipFill rotWithShape="1">
          <a:blip r:embed="rId3">
            <a:alphaModFix/>
          </a:blip>
          <a:srcRect b="0" l="6521" r="6520" t="0"/>
          <a:stretch/>
        </p:blipFill>
        <p:spPr>
          <a:xfrm>
            <a:off x="7284429" y="4399798"/>
            <a:ext cx="201844" cy="163413"/>
          </a:xfrm>
          <a:prstGeom prst="rect">
            <a:avLst/>
          </a:prstGeom>
          <a:noFill/>
          <a:ln>
            <a:noFill/>
          </a:ln>
        </p:spPr>
      </p:pic>
      <p:pic>
        <p:nvPicPr>
          <p:cNvPr id="385" name="Google Shape;385;p31"/>
          <p:cNvPicPr preferRelativeResize="0"/>
          <p:nvPr/>
        </p:nvPicPr>
        <p:blipFill rotWithShape="1">
          <a:blip r:embed="rId3">
            <a:alphaModFix/>
          </a:blip>
          <a:srcRect b="0" l="6521" r="6520" t="0"/>
          <a:stretch/>
        </p:blipFill>
        <p:spPr>
          <a:xfrm>
            <a:off x="3555079" y="1833673"/>
            <a:ext cx="201844" cy="163413"/>
          </a:xfrm>
          <a:prstGeom prst="rect">
            <a:avLst/>
          </a:prstGeom>
          <a:noFill/>
          <a:ln>
            <a:noFill/>
          </a:ln>
        </p:spPr>
      </p:pic>
      <p:pic>
        <p:nvPicPr>
          <p:cNvPr id="386" name="Google Shape;386;p31"/>
          <p:cNvPicPr preferRelativeResize="0"/>
          <p:nvPr/>
        </p:nvPicPr>
        <p:blipFill rotWithShape="1">
          <a:blip r:embed="rId4">
            <a:alphaModFix/>
          </a:blip>
          <a:srcRect b="0" l="6521" r="6520" t="0"/>
          <a:stretch/>
        </p:blipFill>
        <p:spPr>
          <a:xfrm>
            <a:off x="3171717" y="4206373"/>
            <a:ext cx="201844" cy="163413"/>
          </a:xfrm>
          <a:prstGeom prst="rect">
            <a:avLst/>
          </a:prstGeom>
          <a:noFill/>
          <a:ln>
            <a:noFill/>
          </a:ln>
        </p:spPr>
      </p:pic>
      <p:pic>
        <p:nvPicPr>
          <p:cNvPr id="387" name="Google Shape;387;p31"/>
          <p:cNvPicPr preferRelativeResize="0"/>
          <p:nvPr/>
        </p:nvPicPr>
        <p:blipFill rotWithShape="1">
          <a:blip r:embed="rId4">
            <a:alphaModFix/>
          </a:blip>
          <a:srcRect b="0" l="6521" r="6520" t="0"/>
          <a:stretch/>
        </p:blipFill>
        <p:spPr>
          <a:xfrm>
            <a:off x="6834679" y="504998"/>
            <a:ext cx="201844" cy="163413"/>
          </a:xfrm>
          <a:prstGeom prst="rect">
            <a:avLst/>
          </a:prstGeom>
          <a:noFill/>
          <a:ln>
            <a:noFill/>
          </a:ln>
        </p:spPr>
      </p:pic>
      <p:pic>
        <p:nvPicPr>
          <p:cNvPr id="388" name="Google Shape;388;p31"/>
          <p:cNvPicPr preferRelativeResize="0"/>
          <p:nvPr/>
        </p:nvPicPr>
        <p:blipFill rotWithShape="1">
          <a:blip r:embed="rId3">
            <a:alphaModFix/>
          </a:blip>
          <a:srcRect b="0" l="6521" r="6520" t="0"/>
          <a:stretch/>
        </p:blipFill>
        <p:spPr>
          <a:xfrm>
            <a:off x="1392254" y="3161673"/>
            <a:ext cx="201844" cy="163413"/>
          </a:xfrm>
          <a:prstGeom prst="rect">
            <a:avLst/>
          </a:prstGeom>
          <a:noFill/>
          <a:ln>
            <a:noFill/>
          </a:ln>
        </p:spPr>
      </p:pic>
      <p:grpSp>
        <p:nvGrpSpPr>
          <p:cNvPr id="389" name="Google Shape;389;p31"/>
          <p:cNvGrpSpPr/>
          <p:nvPr/>
        </p:nvGrpSpPr>
        <p:grpSpPr>
          <a:xfrm>
            <a:off x="7517552" y="1728897"/>
            <a:ext cx="139297" cy="110523"/>
            <a:chOff x="2601950" y="1974675"/>
            <a:chExt cx="2474200" cy="1963100"/>
          </a:xfrm>
        </p:grpSpPr>
        <p:sp>
          <p:nvSpPr>
            <p:cNvPr id="390" name="Google Shape;390;p31"/>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91" name="Google Shape;391;p31"/>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92" name="Google Shape;392;p31"/>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93" name="Google Shape;393;p31"/>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94" name="Google Shape;394;p31"/>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95" name="Google Shape;395;p31"/>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96" name="Google Shape;396;p31"/>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orient="horz" pos="2772">
          <p15:clr>
            <a:srgbClr val="E46962"/>
          </p15:clr>
        </p15:guide>
        <p15:guide id="6" orient="horz" pos="159">
          <p15:clr>
            <a:srgbClr val="E46962"/>
          </p15:clr>
        </p15:guide>
        <p15:guide id="7" pos="5292">
          <p15:clr>
            <a:srgbClr val="E46962"/>
          </p15:clr>
        </p15:guide>
        <p15:guide id="8" pos="159">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97" name="Shape 397"/>
        <p:cNvGrpSpPr/>
        <p:nvPr/>
      </p:nvGrpSpPr>
      <p:grpSpPr>
        <a:xfrm>
          <a:off x="0" y="0"/>
          <a:ext cx="0" cy="0"/>
          <a:chOff x="0" y="0"/>
          <a:chExt cx="0" cy="0"/>
        </a:xfrm>
      </p:grpSpPr>
      <p:sp>
        <p:nvSpPr>
          <p:cNvPr id="398" name="Google Shape;398;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99" name="Google Shape;399;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00" name="Shape 400"/>
        <p:cNvGrpSpPr/>
        <p:nvPr/>
      </p:nvGrpSpPr>
      <p:grpSpPr>
        <a:xfrm>
          <a:off x="0" y="0"/>
          <a:ext cx="0" cy="0"/>
          <a:chOff x="0" y="0"/>
          <a:chExt cx="0" cy="0"/>
        </a:xfrm>
      </p:grpSpPr>
      <p:sp>
        <p:nvSpPr>
          <p:cNvPr id="401" name="Google Shape;401;p3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02" name="Shape 402"/>
        <p:cNvGrpSpPr/>
        <p:nvPr/>
      </p:nvGrpSpPr>
      <p:grpSpPr>
        <a:xfrm>
          <a:off x="0" y="0"/>
          <a:ext cx="0" cy="0"/>
          <a:chOff x="0" y="0"/>
          <a:chExt cx="0" cy="0"/>
        </a:xfrm>
      </p:grpSpPr>
      <p:sp>
        <p:nvSpPr>
          <p:cNvPr id="403" name="Google Shape;403;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4" name="Google Shape;40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05" name="Shape 405"/>
        <p:cNvGrpSpPr/>
        <p:nvPr/>
      </p:nvGrpSpPr>
      <p:grpSpPr>
        <a:xfrm>
          <a:off x="0" y="0"/>
          <a:ext cx="0" cy="0"/>
          <a:chOff x="0" y="0"/>
          <a:chExt cx="0" cy="0"/>
        </a:xfrm>
      </p:grpSpPr>
      <p:sp>
        <p:nvSpPr>
          <p:cNvPr id="406" name="Google Shape;406;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7" name="Google Shape;407;p3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8" name="Google Shape;408;p3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09" name="Shape 409"/>
        <p:cNvGrpSpPr/>
        <p:nvPr/>
      </p:nvGrpSpPr>
      <p:grpSpPr>
        <a:xfrm>
          <a:off x="0" y="0"/>
          <a:ext cx="0" cy="0"/>
          <a:chOff x="0" y="0"/>
          <a:chExt cx="0" cy="0"/>
        </a:xfrm>
      </p:grpSpPr>
      <p:sp>
        <p:nvSpPr>
          <p:cNvPr id="410" name="Google Shape;410;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11" name="Shape 411"/>
        <p:cNvGrpSpPr/>
        <p:nvPr/>
      </p:nvGrpSpPr>
      <p:grpSpPr>
        <a:xfrm>
          <a:off x="0" y="0"/>
          <a:ext cx="0" cy="0"/>
          <a:chOff x="0" y="0"/>
          <a:chExt cx="0" cy="0"/>
        </a:xfrm>
      </p:grpSpPr>
      <p:sp>
        <p:nvSpPr>
          <p:cNvPr id="412" name="Google Shape;412;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3" name="Google Shape;413;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14" name="Shape 414"/>
        <p:cNvGrpSpPr/>
        <p:nvPr/>
      </p:nvGrpSpPr>
      <p:grpSpPr>
        <a:xfrm>
          <a:off x="0" y="0"/>
          <a:ext cx="0" cy="0"/>
          <a:chOff x="0" y="0"/>
          <a:chExt cx="0" cy="0"/>
        </a:xfrm>
      </p:grpSpPr>
      <p:sp>
        <p:nvSpPr>
          <p:cNvPr id="415" name="Google Shape;415;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16" name="Shape 416"/>
        <p:cNvGrpSpPr/>
        <p:nvPr/>
      </p:nvGrpSpPr>
      <p:grpSpPr>
        <a:xfrm>
          <a:off x="0" y="0"/>
          <a:ext cx="0" cy="0"/>
          <a:chOff x="0" y="0"/>
          <a:chExt cx="0" cy="0"/>
        </a:xfrm>
      </p:grpSpPr>
      <p:sp>
        <p:nvSpPr>
          <p:cNvPr id="417" name="Google Shape;417;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8" name="Google Shape;418;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9" name="Google Shape;419;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20" name="Shape 420"/>
        <p:cNvGrpSpPr/>
        <p:nvPr/>
      </p:nvGrpSpPr>
      <p:grpSpPr>
        <a:xfrm>
          <a:off x="0" y="0"/>
          <a:ext cx="0" cy="0"/>
          <a:chOff x="0" y="0"/>
          <a:chExt cx="0" cy="0"/>
        </a:xfrm>
      </p:grpSpPr>
      <p:sp>
        <p:nvSpPr>
          <p:cNvPr id="421" name="Google Shape;421;p4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22" name="Shape 422"/>
        <p:cNvGrpSpPr/>
        <p:nvPr/>
      </p:nvGrpSpPr>
      <p:grpSpPr>
        <a:xfrm>
          <a:off x="0" y="0"/>
          <a:ext cx="0" cy="0"/>
          <a:chOff x="0" y="0"/>
          <a:chExt cx="0" cy="0"/>
        </a:xfrm>
      </p:grpSpPr>
      <p:sp>
        <p:nvSpPr>
          <p:cNvPr id="423" name="Google Shape;423;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24" name="Google Shape;424;p4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5" name="Shape 425"/>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26" name="Shape 426"/>
        <p:cNvGrpSpPr/>
        <p:nvPr/>
      </p:nvGrpSpPr>
      <p:grpSpPr>
        <a:xfrm>
          <a:off x="0" y="0"/>
          <a:ext cx="0" cy="0"/>
          <a:chOff x="0" y="0"/>
          <a:chExt cx="0" cy="0"/>
        </a:xfrm>
      </p:grpSpPr>
      <p:sp>
        <p:nvSpPr>
          <p:cNvPr id="427" name="Google Shape;427;p4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8" name="Google Shape;428;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29" name="Google Shape;429;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30" name="Google Shape;430;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31" name="Google Shape;431;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32" name="Google Shape;432;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33" name="Google Shape;433;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34" name="Shape 434"/>
        <p:cNvGrpSpPr/>
        <p:nvPr/>
      </p:nvGrpSpPr>
      <p:grpSpPr>
        <a:xfrm>
          <a:off x="0" y="0"/>
          <a:ext cx="0" cy="0"/>
          <a:chOff x="0" y="0"/>
          <a:chExt cx="0" cy="0"/>
        </a:xfrm>
      </p:grpSpPr>
      <p:sp>
        <p:nvSpPr>
          <p:cNvPr id="435" name="Google Shape;435;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6" name="Google Shape;436;p4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37" name="Google Shape;437;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38" name="Shape 438"/>
        <p:cNvGrpSpPr/>
        <p:nvPr/>
      </p:nvGrpSpPr>
      <p:grpSpPr>
        <a:xfrm>
          <a:off x="0" y="0"/>
          <a:ext cx="0" cy="0"/>
          <a:chOff x="0" y="0"/>
          <a:chExt cx="0" cy="0"/>
        </a:xfrm>
      </p:grpSpPr>
      <p:sp>
        <p:nvSpPr>
          <p:cNvPr id="439" name="Google Shape;439;p4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0" name="Google Shape;440;p4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1" name="Google Shape;441;p4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2" name="Google Shape;442;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43" name="Google Shape;443;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44" name="Shape 444"/>
        <p:cNvGrpSpPr/>
        <p:nvPr/>
      </p:nvGrpSpPr>
      <p:grpSpPr>
        <a:xfrm>
          <a:off x="0" y="0"/>
          <a:ext cx="0" cy="0"/>
          <a:chOff x="0" y="0"/>
          <a:chExt cx="0" cy="0"/>
        </a:xfrm>
      </p:grpSpPr>
      <p:sp>
        <p:nvSpPr>
          <p:cNvPr id="445" name="Google Shape;445;p4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6" name="Google Shape;446;p4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7" name="Google Shape;447;p4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8" name="Google Shape;448;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49" name="Google Shape;449;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50" name="Google Shape;450;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51" name="Google Shape;451;p46"/>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52" name="Shape 452"/>
        <p:cNvGrpSpPr/>
        <p:nvPr/>
      </p:nvGrpSpPr>
      <p:grpSpPr>
        <a:xfrm>
          <a:off x="0" y="0"/>
          <a:ext cx="0" cy="0"/>
          <a:chOff x="0" y="0"/>
          <a:chExt cx="0" cy="0"/>
        </a:xfrm>
      </p:grpSpPr>
      <p:sp>
        <p:nvSpPr>
          <p:cNvPr id="453" name="Google Shape;453;p4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54" name="Google Shape;454;p4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55" name="Google Shape;455;p4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56" name="Google Shape;456;p4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57" name="Google Shape;457;p4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8" name="Google Shape;458;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59" name="Google Shape;459;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60" name="Google Shape;460;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61" name="Google Shape;461;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62" name="Shape 462"/>
        <p:cNvGrpSpPr/>
        <p:nvPr/>
      </p:nvGrpSpPr>
      <p:grpSpPr>
        <a:xfrm>
          <a:off x="0" y="0"/>
          <a:ext cx="0" cy="0"/>
          <a:chOff x="0" y="0"/>
          <a:chExt cx="0" cy="0"/>
        </a:xfrm>
      </p:grpSpPr>
      <p:sp>
        <p:nvSpPr>
          <p:cNvPr id="463" name="Google Shape;463;p4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4" name="Google Shape;464;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65" name="Shape 465"/>
        <p:cNvGrpSpPr/>
        <p:nvPr/>
      </p:nvGrpSpPr>
      <p:grpSpPr>
        <a:xfrm>
          <a:off x="0" y="0"/>
          <a:ext cx="0" cy="0"/>
          <a:chOff x="0" y="0"/>
          <a:chExt cx="0" cy="0"/>
        </a:xfrm>
      </p:grpSpPr>
      <p:sp>
        <p:nvSpPr>
          <p:cNvPr id="466" name="Google Shape;466;p4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7" name="Google Shape;467;p49"/>
          <p:cNvSpPr/>
          <p:nvPr>
            <p:ph idx="2" type="pic"/>
          </p:nvPr>
        </p:nvSpPr>
        <p:spPr>
          <a:xfrm>
            <a:off x="4804825" y="1133300"/>
            <a:ext cx="4027500" cy="2392800"/>
          </a:xfrm>
          <a:prstGeom prst="rect">
            <a:avLst/>
          </a:prstGeom>
          <a:noFill/>
          <a:ln>
            <a:noFill/>
          </a:ln>
        </p:spPr>
      </p:sp>
      <p:sp>
        <p:nvSpPr>
          <p:cNvPr id="468" name="Google Shape;468;p49"/>
          <p:cNvSpPr/>
          <p:nvPr>
            <p:ph idx="3" type="pic"/>
          </p:nvPr>
        </p:nvSpPr>
        <p:spPr>
          <a:xfrm>
            <a:off x="311725" y="1133300"/>
            <a:ext cx="4027500" cy="2392800"/>
          </a:xfrm>
          <a:prstGeom prst="rect">
            <a:avLst/>
          </a:prstGeom>
          <a:noFill/>
          <a:ln>
            <a:noFill/>
          </a:ln>
        </p:spPr>
      </p:sp>
      <p:sp>
        <p:nvSpPr>
          <p:cNvPr id="469" name="Google Shape;469;p4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0" name="Google Shape;470;p4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1" name="Google Shape;471;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72" name="Google Shape;472;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73" name="Shape 473"/>
        <p:cNvGrpSpPr/>
        <p:nvPr/>
      </p:nvGrpSpPr>
      <p:grpSpPr>
        <a:xfrm>
          <a:off x="0" y="0"/>
          <a:ext cx="0" cy="0"/>
          <a:chOff x="0" y="0"/>
          <a:chExt cx="0" cy="0"/>
        </a:xfrm>
      </p:grpSpPr>
      <p:sp>
        <p:nvSpPr>
          <p:cNvPr id="474" name="Google Shape;474;p5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5" name="Google Shape;475;p50"/>
          <p:cNvSpPr/>
          <p:nvPr>
            <p:ph idx="2" type="pic"/>
          </p:nvPr>
        </p:nvSpPr>
        <p:spPr>
          <a:xfrm>
            <a:off x="6205225" y="1128325"/>
            <a:ext cx="2627100" cy="2273100"/>
          </a:xfrm>
          <a:prstGeom prst="rect">
            <a:avLst/>
          </a:prstGeom>
          <a:noFill/>
          <a:ln>
            <a:noFill/>
          </a:ln>
        </p:spPr>
      </p:sp>
      <p:sp>
        <p:nvSpPr>
          <p:cNvPr id="476" name="Google Shape;476;p50"/>
          <p:cNvSpPr/>
          <p:nvPr>
            <p:ph idx="3" type="pic"/>
          </p:nvPr>
        </p:nvSpPr>
        <p:spPr>
          <a:xfrm>
            <a:off x="311725" y="1128325"/>
            <a:ext cx="2627100" cy="2273100"/>
          </a:xfrm>
          <a:prstGeom prst="rect">
            <a:avLst/>
          </a:prstGeom>
          <a:noFill/>
          <a:ln>
            <a:noFill/>
          </a:ln>
        </p:spPr>
      </p:sp>
      <p:sp>
        <p:nvSpPr>
          <p:cNvPr id="477" name="Google Shape;477;p5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8" name="Google Shape;478;p50"/>
          <p:cNvSpPr/>
          <p:nvPr>
            <p:ph idx="5" type="pic"/>
          </p:nvPr>
        </p:nvSpPr>
        <p:spPr>
          <a:xfrm>
            <a:off x="3255250" y="1128325"/>
            <a:ext cx="2627100" cy="2273100"/>
          </a:xfrm>
          <a:prstGeom prst="rect">
            <a:avLst/>
          </a:prstGeom>
          <a:noFill/>
          <a:ln>
            <a:noFill/>
          </a:ln>
        </p:spPr>
      </p:sp>
      <p:sp>
        <p:nvSpPr>
          <p:cNvPr id="479" name="Google Shape;479;p5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0" name="Google Shape;480;p5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1" name="Google Shape;481;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82" name="Google Shape;482;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83" name="Google Shape;483;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84" name="Shape 484"/>
        <p:cNvGrpSpPr/>
        <p:nvPr/>
      </p:nvGrpSpPr>
      <p:grpSpPr>
        <a:xfrm>
          <a:off x="0" y="0"/>
          <a:ext cx="0" cy="0"/>
          <a:chOff x="0" y="0"/>
          <a:chExt cx="0" cy="0"/>
        </a:xfrm>
      </p:grpSpPr>
      <p:sp>
        <p:nvSpPr>
          <p:cNvPr id="485" name="Google Shape;485;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86" name="Shape 486"/>
        <p:cNvGrpSpPr/>
        <p:nvPr/>
      </p:nvGrpSpPr>
      <p:grpSpPr>
        <a:xfrm>
          <a:off x="0" y="0"/>
          <a:ext cx="0" cy="0"/>
          <a:chOff x="0" y="0"/>
          <a:chExt cx="0" cy="0"/>
        </a:xfrm>
      </p:grpSpPr>
      <p:sp>
        <p:nvSpPr>
          <p:cNvPr id="487" name="Google Shape;487;p52"/>
          <p:cNvSpPr/>
          <p:nvPr>
            <p:ph idx="2" type="pic"/>
          </p:nvPr>
        </p:nvSpPr>
        <p:spPr>
          <a:xfrm>
            <a:off x="3389600" y="118913"/>
            <a:ext cx="1643700" cy="1535100"/>
          </a:xfrm>
          <a:prstGeom prst="rect">
            <a:avLst/>
          </a:prstGeom>
          <a:noFill/>
          <a:ln>
            <a:noFill/>
          </a:ln>
        </p:spPr>
      </p:sp>
      <p:sp>
        <p:nvSpPr>
          <p:cNvPr id="488" name="Google Shape;488;p52"/>
          <p:cNvSpPr/>
          <p:nvPr>
            <p:ph idx="3" type="pic"/>
          </p:nvPr>
        </p:nvSpPr>
        <p:spPr>
          <a:xfrm>
            <a:off x="5195935" y="118913"/>
            <a:ext cx="1643700" cy="1535100"/>
          </a:xfrm>
          <a:prstGeom prst="rect">
            <a:avLst/>
          </a:prstGeom>
          <a:noFill/>
          <a:ln>
            <a:noFill/>
          </a:ln>
        </p:spPr>
      </p:sp>
      <p:sp>
        <p:nvSpPr>
          <p:cNvPr id="489" name="Google Shape;489;p52"/>
          <p:cNvSpPr/>
          <p:nvPr>
            <p:ph idx="4" type="pic"/>
          </p:nvPr>
        </p:nvSpPr>
        <p:spPr>
          <a:xfrm>
            <a:off x="7002270" y="118913"/>
            <a:ext cx="1643700" cy="1535100"/>
          </a:xfrm>
          <a:prstGeom prst="rect">
            <a:avLst/>
          </a:prstGeom>
          <a:noFill/>
          <a:ln>
            <a:noFill/>
          </a:ln>
        </p:spPr>
      </p:sp>
      <p:sp>
        <p:nvSpPr>
          <p:cNvPr id="490" name="Google Shape;490;p52"/>
          <p:cNvSpPr/>
          <p:nvPr>
            <p:ph idx="5" type="pic"/>
          </p:nvPr>
        </p:nvSpPr>
        <p:spPr>
          <a:xfrm>
            <a:off x="3389588" y="1804212"/>
            <a:ext cx="1643700" cy="1535100"/>
          </a:xfrm>
          <a:prstGeom prst="rect">
            <a:avLst/>
          </a:prstGeom>
          <a:noFill/>
          <a:ln>
            <a:noFill/>
          </a:ln>
        </p:spPr>
      </p:sp>
      <p:sp>
        <p:nvSpPr>
          <p:cNvPr id="491" name="Google Shape;491;p52"/>
          <p:cNvSpPr/>
          <p:nvPr>
            <p:ph idx="6" type="pic"/>
          </p:nvPr>
        </p:nvSpPr>
        <p:spPr>
          <a:xfrm>
            <a:off x="5195922" y="1804212"/>
            <a:ext cx="1643700" cy="1535100"/>
          </a:xfrm>
          <a:prstGeom prst="rect">
            <a:avLst/>
          </a:prstGeom>
          <a:noFill/>
          <a:ln>
            <a:noFill/>
          </a:ln>
        </p:spPr>
      </p:sp>
      <p:sp>
        <p:nvSpPr>
          <p:cNvPr id="492" name="Google Shape;492;p52"/>
          <p:cNvSpPr/>
          <p:nvPr>
            <p:ph idx="7" type="pic"/>
          </p:nvPr>
        </p:nvSpPr>
        <p:spPr>
          <a:xfrm>
            <a:off x="7002257" y="1804212"/>
            <a:ext cx="1643700" cy="1535100"/>
          </a:xfrm>
          <a:prstGeom prst="rect">
            <a:avLst/>
          </a:prstGeom>
          <a:noFill/>
          <a:ln>
            <a:noFill/>
          </a:ln>
        </p:spPr>
      </p:sp>
      <p:sp>
        <p:nvSpPr>
          <p:cNvPr id="493" name="Google Shape;493;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4" name="Google Shape;494;p52"/>
          <p:cNvSpPr/>
          <p:nvPr>
            <p:ph idx="8" type="pic"/>
          </p:nvPr>
        </p:nvSpPr>
        <p:spPr>
          <a:xfrm>
            <a:off x="3389588" y="3489487"/>
            <a:ext cx="1643700" cy="1535100"/>
          </a:xfrm>
          <a:prstGeom prst="rect">
            <a:avLst/>
          </a:prstGeom>
          <a:noFill/>
          <a:ln>
            <a:noFill/>
          </a:ln>
        </p:spPr>
      </p:sp>
      <p:sp>
        <p:nvSpPr>
          <p:cNvPr id="495" name="Google Shape;495;p52"/>
          <p:cNvSpPr/>
          <p:nvPr>
            <p:ph idx="9" type="pic"/>
          </p:nvPr>
        </p:nvSpPr>
        <p:spPr>
          <a:xfrm>
            <a:off x="5195922" y="3489487"/>
            <a:ext cx="1643700" cy="1535100"/>
          </a:xfrm>
          <a:prstGeom prst="rect">
            <a:avLst/>
          </a:prstGeom>
          <a:noFill/>
          <a:ln>
            <a:noFill/>
          </a:ln>
        </p:spPr>
      </p:sp>
      <p:sp>
        <p:nvSpPr>
          <p:cNvPr id="496" name="Google Shape;496;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Space Grotesk"/>
              <a:buChar char="●"/>
              <a:defRPr sz="1800">
                <a:solidFill>
                  <a:schemeClr val="dk1"/>
                </a:solidFill>
                <a:latin typeface="Space Grotesk"/>
                <a:ea typeface="Space Grotesk"/>
                <a:cs typeface="Space Grotesk"/>
                <a:sym typeface="Space Grotesk"/>
              </a:defRPr>
            </a:lvl1pPr>
            <a:lvl2pPr indent="-317500" lvl="1" marL="914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2pPr>
            <a:lvl3pPr indent="-317500" lvl="2" marL="1371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3pPr>
            <a:lvl4pPr indent="-317500" lvl="3" marL="1828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4pPr>
            <a:lvl5pPr indent="-317500" lvl="4" marL="22860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5pPr>
            <a:lvl6pPr indent="-317500" lvl="5" marL="27432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6pPr>
            <a:lvl7pPr indent="-317500" lvl="6" marL="3200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7pPr>
            <a:lvl8pPr indent="-317500" lvl="7" marL="3657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8pPr>
            <a:lvl9pPr indent="-317500" lvl="8" marL="4114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9pPr>
          </a:lstStyle>
          <a:p/>
        </p:txBody>
      </p:sp>
      <p:sp>
        <p:nvSpPr>
          <p:cNvPr id="53" name="Google Shape;5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1pPr>
            <a:lvl2pPr lvl="1">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2pPr>
            <a:lvl3pPr lvl="2">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3pPr>
            <a:lvl4pPr lvl="3">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4pPr>
            <a:lvl5pPr lvl="4">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5pPr>
            <a:lvl6pPr lvl="5">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6pPr>
            <a:lvl7pPr lvl="6">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7pPr>
            <a:lvl8pPr lvl="7">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8pPr>
            <a:lvl9pPr lvl="8">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59">
          <p15:clr>
            <a:srgbClr val="E46962"/>
          </p15:clr>
        </p15:guide>
        <p15:guide id="2" orient="horz" pos="17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3"/>
          <p:cNvSpPr txBox="1"/>
          <p:nvPr>
            <p:ph idx="4" type="title"/>
          </p:nvPr>
        </p:nvSpPr>
        <p:spPr>
          <a:xfrm>
            <a:off x="699978" y="734269"/>
            <a:ext cx="4299000" cy="18369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a:t>Progress Report</a:t>
            </a:r>
            <a:endParaRPr/>
          </a:p>
        </p:txBody>
      </p:sp>
      <p:sp>
        <p:nvSpPr>
          <p:cNvPr id="502" name="Google Shape;502;p53"/>
          <p:cNvSpPr txBox="1"/>
          <p:nvPr>
            <p:ph type="title"/>
          </p:nvPr>
        </p:nvSpPr>
        <p:spPr>
          <a:xfrm>
            <a:off x="716836" y="2603560"/>
            <a:ext cx="7775700" cy="865200"/>
          </a:xfrm>
          <a:prstGeom prst="rect">
            <a:avLst/>
          </a:prstGeom>
        </p:spPr>
        <p:txBody>
          <a:bodyPr anchorCtr="0" anchor="ctr" bIns="0" lIns="0" spcFirstLastPara="1" rIns="0" wrap="square" tIns="0">
            <a:noAutofit/>
          </a:bodyPr>
          <a:lstStyle/>
          <a:p>
            <a:pPr indent="0" lvl="0" marL="0" rtl="0" algn="l">
              <a:lnSpc>
                <a:spcPct val="80000"/>
              </a:lnSpc>
              <a:spcBef>
                <a:spcPts val="0"/>
              </a:spcBef>
              <a:spcAft>
                <a:spcPts val="0"/>
              </a:spcAft>
              <a:buSzPts val="3500"/>
              <a:buNone/>
            </a:pPr>
            <a:r>
              <a:rPr lang="en"/>
              <a:t>Quantum Portfolio Optimization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4"/>
          <p:cNvSpPr txBox="1"/>
          <p:nvPr>
            <p:ph idx="1" type="subTitle"/>
          </p:nvPr>
        </p:nvSpPr>
        <p:spPr>
          <a:xfrm>
            <a:off x="1821150" y="252600"/>
            <a:ext cx="2653500" cy="903600"/>
          </a:xfrm>
          <a:prstGeom prst="rect">
            <a:avLst/>
          </a:prstGeom>
        </p:spPr>
        <p:txBody>
          <a:bodyPr anchorCtr="0" anchor="ctr" bIns="0" lIns="0" spcFirstLastPara="1" rIns="0" wrap="square" tIns="0">
            <a:noAutofit/>
          </a:bodyPr>
          <a:lstStyle/>
          <a:p>
            <a:pPr indent="-293687" lvl="0" marL="457200" rtl="0" algn="l">
              <a:lnSpc>
                <a:spcPct val="115000"/>
              </a:lnSpc>
              <a:spcBef>
                <a:spcPts val="0"/>
              </a:spcBef>
              <a:spcAft>
                <a:spcPts val="0"/>
              </a:spcAft>
              <a:buSzPts val="1025"/>
              <a:buAutoNum type="arabicPeriod"/>
            </a:pPr>
            <a:r>
              <a:rPr lang="en" sz="1025"/>
              <a:t>Random</a:t>
            </a:r>
            <a:endParaRPr sz="1025"/>
          </a:p>
          <a:p>
            <a:pPr indent="-293687" lvl="0" marL="457200" rtl="0" algn="l">
              <a:lnSpc>
                <a:spcPct val="115000"/>
              </a:lnSpc>
              <a:spcBef>
                <a:spcPts val="0"/>
              </a:spcBef>
              <a:spcAft>
                <a:spcPts val="0"/>
              </a:spcAft>
              <a:buSzPts val="1025"/>
              <a:buAutoNum type="arabicPeriod"/>
            </a:pPr>
            <a:r>
              <a:rPr lang="en" sz="1025"/>
              <a:t>EPS*Dividend best mix</a:t>
            </a:r>
            <a:endParaRPr sz="1025"/>
          </a:p>
          <a:p>
            <a:pPr indent="-293687" lvl="0" marL="457200" rtl="0" algn="l">
              <a:lnSpc>
                <a:spcPct val="115000"/>
              </a:lnSpc>
              <a:spcBef>
                <a:spcPts val="0"/>
              </a:spcBef>
              <a:spcAft>
                <a:spcPts val="0"/>
              </a:spcAft>
              <a:buSzPts val="1025"/>
              <a:buAutoNum type="arabicPeriod"/>
            </a:pPr>
            <a:r>
              <a:rPr lang="en" sz="1025"/>
              <a:t>Yfinance data into a MIP optimizer backtested per day-ticker</a:t>
            </a:r>
            <a:endParaRPr sz="1025"/>
          </a:p>
        </p:txBody>
      </p:sp>
      <p:sp>
        <p:nvSpPr>
          <p:cNvPr id="508" name="Google Shape;508;p54"/>
          <p:cNvSpPr txBox="1"/>
          <p:nvPr>
            <p:ph type="title"/>
          </p:nvPr>
        </p:nvSpPr>
        <p:spPr>
          <a:xfrm>
            <a:off x="252600" y="4124825"/>
            <a:ext cx="8638800" cy="9036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7700"/>
              <a:buNone/>
            </a:pPr>
            <a:r>
              <a:rPr lang="en" sz="7600"/>
              <a:t>Tested 2 baselines</a:t>
            </a:r>
            <a:endParaRPr sz="7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5"/>
          <p:cNvSpPr txBox="1"/>
          <p:nvPr>
            <p:ph idx="4" type="body"/>
          </p:nvPr>
        </p:nvSpPr>
        <p:spPr>
          <a:xfrm>
            <a:off x="1457850" y="977550"/>
            <a:ext cx="1384800" cy="162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4" name="Google Shape;514;p55"/>
          <p:cNvSpPr txBox="1"/>
          <p:nvPr>
            <p:ph idx="9" type="title"/>
          </p:nvPr>
        </p:nvSpPr>
        <p:spPr>
          <a:xfrm>
            <a:off x="252600" y="626250"/>
            <a:ext cx="5295000" cy="83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Plots</a:t>
            </a:r>
            <a:endParaRPr/>
          </a:p>
        </p:txBody>
      </p:sp>
      <p:sp>
        <p:nvSpPr>
          <p:cNvPr id="515" name="Google Shape;515;p55"/>
          <p:cNvSpPr txBox="1"/>
          <p:nvPr/>
        </p:nvSpPr>
        <p:spPr>
          <a:xfrm>
            <a:off x="4178050" y="152550"/>
            <a:ext cx="4919700" cy="2228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700">
                <a:solidFill>
                  <a:schemeClr val="lt2"/>
                </a:solidFill>
                <a:latin typeface="Space Grotesk"/>
                <a:ea typeface="Space Grotesk"/>
                <a:cs typeface="Space Grotesk"/>
                <a:sym typeface="Space Grotesk"/>
              </a:rPr>
              <a:t>     Limitations</a:t>
            </a:r>
            <a:br>
              <a:rPr lang="en" sz="2700">
                <a:solidFill>
                  <a:schemeClr val="lt2"/>
                </a:solidFill>
                <a:latin typeface="Space Grotesk"/>
                <a:ea typeface="Space Grotesk"/>
                <a:cs typeface="Space Grotesk"/>
                <a:sym typeface="Space Grotesk"/>
              </a:rPr>
            </a:br>
            <a:br>
              <a:rPr lang="en" sz="2700">
                <a:solidFill>
                  <a:schemeClr val="lt2"/>
                </a:solidFill>
                <a:latin typeface="Space Grotesk"/>
                <a:ea typeface="Space Grotesk"/>
                <a:cs typeface="Space Grotesk"/>
                <a:sym typeface="Space Grotesk"/>
              </a:rPr>
            </a:br>
            <a:r>
              <a:rPr lang="en" sz="1600">
                <a:solidFill>
                  <a:schemeClr val="lt2"/>
                </a:solidFill>
                <a:latin typeface="Space Grotesk"/>
                <a:ea typeface="Space Grotesk"/>
                <a:cs typeface="Space Grotesk"/>
                <a:sym typeface="Space Grotesk"/>
              </a:rPr>
              <a:t>1. MIP should allow for fractional values</a:t>
            </a:r>
            <a:endParaRPr sz="1600">
              <a:solidFill>
                <a:schemeClr val="lt2"/>
              </a:solidFill>
              <a:latin typeface="Space Grotesk"/>
              <a:ea typeface="Space Grotesk"/>
              <a:cs typeface="Space Grotesk"/>
              <a:sym typeface="Space Grotesk"/>
            </a:endParaRPr>
          </a:p>
          <a:p>
            <a:pPr indent="0" lvl="0" marL="0" rtl="0" algn="l">
              <a:lnSpc>
                <a:spcPct val="80000"/>
              </a:lnSpc>
              <a:spcBef>
                <a:spcPts val="0"/>
              </a:spcBef>
              <a:spcAft>
                <a:spcPts val="0"/>
              </a:spcAft>
              <a:buNone/>
            </a:pPr>
            <a:r>
              <a:rPr lang="en" sz="1600">
                <a:solidFill>
                  <a:schemeClr val="lt2"/>
                </a:solidFill>
                <a:latin typeface="Space Grotesk"/>
                <a:ea typeface="Space Grotesk"/>
                <a:cs typeface="Space Grotesk"/>
                <a:sym typeface="Space Grotesk"/>
              </a:rPr>
              <a:t>2. Filtered score for stocks is very rudimentary (ML potential)</a:t>
            </a:r>
            <a:endParaRPr sz="1600">
              <a:solidFill>
                <a:schemeClr val="lt2"/>
              </a:solidFill>
              <a:latin typeface="Space Grotesk"/>
              <a:ea typeface="Space Grotesk"/>
              <a:cs typeface="Space Grotesk"/>
              <a:sym typeface="Space Grotesk"/>
            </a:endParaRPr>
          </a:p>
          <a:p>
            <a:pPr indent="0" lvl="0" marL="0" rtl="0" algn="l">
              <a:lnSpc>
                <a:spcPct val="80000"/>
              </a:lnSpc>
              <a:spcBef>
                <a:spcPts val="0"/>
              </a:spcBef>
              <a:spcAft>
                <a:spcPts val="0"/>
              </a:spcAft>
              <a:buNone/>
            </a:pPr>
            <a:r>
              <a:rPr lang="en" sz="1600">
                <a:solidFill>
                  <a:schemeClr val="lt2"/>
                </a:solidFill>
                <a:latin typeface="Space Grotesk"/>
                <a:ea typeface="Space Grotesk"/>
                <a:cs typeface="Space Grotesk"/>
                <a:sym typeface="Space Grotesk"/>
              </a:rPr>
              <a:t>3. Random has very high variance</a:t>
            </a:r>
            <a:endParaRPr sz="1600">
              <a:solidFill>
                <a:schemeClr val="lt2"/>
              </a:solidFill>
              <a:latin typeface="Space Grotesk"/>
              <a:ea typeface="Space Grotesk"/>
              <a:cs typeface="Space Grotesk"/>
              <a:sym typeface="Space Grotesk"/>
            </a:endParaRPr>
          </a:p>
          <a:p>
            <a:pPr indent="0" lvl="0" marL="0" rtl="0" algn="l">
              <a:lnSpc>
                <a:spcPct val="80000"/>
              </a:lnSpc>
              <a:spcBef>
                <a:spcPts val="0"/>
              </a:spcBef>
              <a:spcAft>
                <a:spcPts val="0"/>
              </a:spcAft>
              <a:buNone/>
            </a:pPr>
            <a:r>
              <a:rPr lang="en" sz="1600">
                <a:solidFill>
                  <a:schemeClr val="lt2"/>
                </a:solidFill>
                <a:latin typeface="Space Grotesk"/>
                <a:ea typeface="Space Grotesk"/>
                <a:cs typeface="Space Grotesk"/>
                <a:sym typeface="Space Grotesk"/>
              </a:rPr>
              <a:t>4. Use Gurobi or SCIP as the optimizer for MIP, official BackTrader/VectorBT for backtesting</a:t>
            </a:r>
            <a:endParaRPr sz="1600">
              <a:solidFill>
                <a:schemeClr val="lt2"/>
              </a:solidFill>
              <a:latin typeface="Space Grotesk"/>
              <a:ea typeface="Space Grotesk"/>
              <a:cs typeface="Space Grotesk"/>
              <a:sym typeface="Space Grotesk"/>
            </a:endParaRPr>
          </a:p>
          <a:p>
            <a:pPr indent="0" lvl="0" marL="0" rtl="0" algn="l">
              <a:lnSpc>
                <a:spcPct val="80000"/>
              </a:lnSpc>
              <a:spcBef>
                <a:spcPts val="0"/>
              </a:spcBef>
              <a:spcAft>
                <a:spcPts val="0"/>
              </a:spcAft>
              <a:buNone/>
            </a:pPr>
            <a:r>
              <a:t/>
            </a:r>
            <a:endParaRPr sz="1600">
              <a:solidFill>
                <a:schemeClr val="lt2"/>
              </a:solidFill>
              <a:latin typeface="Space Grotesk"/>
              <a:ea typeface="Space Grotesk"/>
              <a:cs typeface="Space Grotesk"/>
              <a:sym typeface="Space Grotesk"/>
            </a:endParaRPr>
          </a:p>
        </p:txBody>
      </p:sp>
      <p:pic>
        <p:nvPicPr>
          <p:cNvPr id="516" name="Google Shape;516;p55" title="baseline_plot1.png"/>
          <p:cNvPicPr preferRelativeResize="0"/>
          <p:nvPr/>
        </p:nvPicPr>
        <p:blipFill>
          <a:blip r:embed="rId3">
            <a:alphaModFix/>
          </a:blip>
          <a:stretch>
            <a:fillRect/>
          </a:stretch>
        </p:blipFill>
        <p:spPr>
          <a:xfrm>
            <a:off x="344100" y="2481863"/>
            <a:ext cx="4179226" cy="2486875"/>
          </a:xfrm>
          <a:prstGeom prst="rect">
            <a:avLst/>
          </a:prstGeom>
          <a:noFill/>
          <a:ln>
            <a:noFill/>
          </a:ln>
        </p:spPr>
      </p:pic>
      <p:pic>
        <p:nvPicPr>
          <p:cNvPr id="517" name="Google Shape;517;p55" title="baseline_plot2.png"/>
          <p:cNvPicPr preferRelativeResize="0"/>
          <p:nvPr/>
        </p:nvPicPr>
        <p:blipFill>
          <a:blip r:embed="rId4">
            <a:alphaModFix/>
          </a:blip>
          <a:stretch>
            <a:fillRect/>
          </a:stretch>
        </p:blipFill>
        <p:spPr>
          <a:xfrm>
            <a:off x="4712380" y="2481875"/>
            <a:ext cx="4179214" cy="2486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6"/>
          <p:cNvSpPr/>
          <p:nvPr/>
        </p:nvSpPr>
        <p:spPr>
          <a:xfrm>
            <a:off x="3600000" y="2990100"/>
            <a:ext cx="1696200" cy="1900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23" name="Google Shape;523;p56"/>
          <p:cNvSpPr/>
          <p:nvPr/>
        </p:nvSpPr>
        <p:spPr>
          <a:xfrm>
            <a:off x="5397599" y="2990100"/>
            <a:ext cx="1696200" cy="1900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24" name="Google Shape;524;p56"/>
          <p:cNvSpPr/>
          <p:nvPr/>
        </p:nvSpPr>
        <p:spPr>
          <a:xfrm>
            <a:off x="7195198" y="2990100"/>
            <a:ext cx="1696200" cy="1900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25" name="Google Shape;525;p56"/>
          <p:cNvSpPr txBox="1"/>
          <p:nvPr>
            <p:ph idx="1" type="body"/>
          </p:nvPr>
        </p:nvSpPr>
        <p:spPr>
          <a:xfrm>
            <a:off x="3721600" y="3126450"/>
            <a:ext cx="1384800" cy="1628100"/>
          </a:xfrm>
          <a:prstGeom prst="rect">
            <a:avLst/>
          </a:prstGeom>
        </p:spPr>
        <p:txBody>
          <a:bodyPr anchorCtr="0" anchor="t" bIns="0" lIns="0" spcFirstLastPara="1" rIns="0" wrap="square" tIns="0">
            <a:noAutofit/>
          </a:bodyPr>
          <a:lstStyle/>
          <a:p>
            <a:pPr indent="-292100" lvl="0" marL="457200" rtl="0" algn="l">
              <a:lnSpc>
                <a:spcPct val="115000"/>
              </a:lnSpc>
              <a:spcBef>
                <a:spcPts val="0"/>
              </a:spcBef>
              <a:spcAft>
                <a:spcPts val="0"/>
              </a:spcAft>
              <a:buSzPts val="1000"/>
              <a:buChar char="●"/>
            </a:pPr>
            <a:r>
              <a:rPr lang="en"/>
              <a:t>Quantum Annealing allows for large-scale searches without bottlenecks</a:t>
            </a:r>
            <a:endParaRPr/>
          </a:p>
          <a:p>
            <a:pPr indent="-292100" lvl="0" marL="457200" rtl="0" algn="l">
              <a:lnSpc>
                <a:spcPct val="115000"/>
              </a:lnSpc>
              <a:spcBef>
                <a:spcPts val="0"/>
              </a:spcBef>
              <a:spcAft>
                <a:spcPts val="0"/>
              </a:spcAft>
              <a:buSzPts val="1000"/>
              <a:buChar char="●"/>
            </a:pPr>
            <a:r>
              <a:rPr lang="en"/>
              <a:t>Beats traditional selectors</a:t>
            </a:r>
            <a:endParaRPr/>
          </a:p>
          <a:p>
            <a:pPr indent="0" lvl="0" marL="0" rtl="0" algn="l">
              <a:spcBef>
                <a:spcPts val="0"/>
              </a:spcBef>
              <a:spcAft>
                <a:spcPts val="800"/>
              </a:spcAft>
              <a:buSzPts val="1000"/>
              <a:buNone/>
            </a:pPr>
            <a:r>
              <a:t/>
            </a:r>
            <a:endParaRPr/>
          </a:p>
        </p:txBody>
      </p:sp>
      <p:sp>
        <p:nvSpPr>
          <p:cNvPr id="526" name="Google Shape;526;p56"/>
          <p:cNvSpPr txBox="1"/>
          <p:nvPr>
            <p:ph idx="6" type="subTitle"/>
          </p:nvPr>
        </p:nvSpPr>
        <p:spPr>
          <a:xfrm>
            <a:off x="3596525" y="2713625"/>
            <a:ext cx="1574700" cy="2427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sz="1400"/>
              <a:t>Number of stocks</a:t>
            </a:r>
            <a:endParaRPr sz="1400"/>
          </a:p>
        </p:txBody>
      </p:sp>
      <p:sp>
        <p:nvSpPr>
          <p:cNvPr id="527" name="Google Shape;527;p56"/>
          <p:cNvSpPr txBox="1"/>
          <p:nvPr>
            <p:ph idx="4" type="body"/>
          </p:nvPr>
        </p:nvSpPr>
        <p:spPr>
          <a:xfrm>
            <a:off x="5511500" y="3126450"/>
            <a:ext cx="1384800" cy="16281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Represents every stock value as a binary sum</a:t>
            </a:r>
            <a:endParaRPr/>
          </a:p>
          <a:p>
            <a:pPr indent="-292100" lvl="0" marL="457200" rtl="0" algn="l">
              <a:spcBef>
                <a:spcPts val="0"/>
              </a:spcBef>
              <a:spcAft>
                <a:spcPts val="0"/>
              </a:spcAft>
              <a:buSzPts val="1000"/>
              <a:buChar char="●"/>
            </a:pPr>
            <a:r>
              <a:rPr lang="en"/>
              <a:t>Allows for fast transpose into VectorBT and lends itself to our QAOA</a:t>
            </a:r>
            <a:endParaRPr/>
          </a:p>
        </p:txBody>
      </p:sp>
      <p:sp>
        <p:nvSpPr>
          <p:cNvPr id="528" name="Google Shape;528;p56"/>
          <p:cNvSpPr txBox="1"/>
          <p:nvPr>
            <p:ph idx="7" type="subTitle"/>
          </p:nvPr>
        </p:nvSpPr>
        <p:spPr>
          <a:xfrm>
            <a:off x="5397600" y="2713625"/>
            <a:ext cx="1574700" cy="2427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a:t>Binary form</a:t>
            </a:r>
            <a:endParaRPr/>
          </a:p>
        </p:txBody>
      </p:sp>
      <p:sp>
        <p:nvSpPr>
          <p:cNvPr id="529" name="Google Shape;529;p56"/>
          <p:cNvSpPr txBox="1"/>
          <p:nvPr>
            <p:ph idx="5" type="body"/>
          </p:nvPr>
        </p:nvSpPr>
        <p:spPr>
          <a:xfrm>
            <a:off x="7293076" y="3126450"/>
            <a:ext cx="1461000" cy="16281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Looks at every combination (still brute force) in superposition</a:t>
            </a:r>
            <a:endParaRPr/>
          </a:p>
          <a:p>
            <a:pPr indent="-292100" lvl="0" marL="457200" rtl="0" algn="l">
              <a:spcBef>
                <a:spcPts val="0"/>
              </a:spcBef>
              <a:spcAft>
                <a:spcPts val="0"/>
              </a:spcAft>
              <a:buSzPts val="1000"/>
              <a:buChar char="●"/>
            </a:pPr>
            <a:r>
              <a:rPr lang="en"/>
              <a:t>Saves time and ideal for a continuous algorithm</a:t>
            </a:r>
            <a:endParaRPr/>
          </a:p>
        </p:txBody>
      </p:sp>
      <p:sp>
        <p:nvSpPr>
          <p:cNvPr id="530" name="Google Shape;530;p56"/>
          <p:cNvSpPr txBox="1"/>
          <p:nvPr>
            <p:ph idx="8" type="subTitle"/>
          </p:nvPr>
        </p:nvSpPr>
        <p:spPr>
          <a:xfrm>
            <a:off x="7198676" y="2713624"/>
            <a:ext cx="1598400" cy="2427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sz="1200"/>
              <a:t>Superposition search</a:t>
            </a:r>
            <a:endParaRPr sz="1200"/>
          </a:p>
        </p:txBody>
      </p:sp>
      <p:sp>
        <p:nvSpPr>
          <p:cNvPr id="531" name="Google Shape;531;p56"/>
          <p:cNvSpPr txBox="1"/>
          <p:nvPr>
            <p:ph idx="9" type="title"/>
          </p:nvPr>
        </p:nvSpPr>
        <p:spPr>
          <a:xfrm>
            <a:off x="3596525" y="522925"/>
            <a:ext cx="5295000" cy="8367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a:t>Quantum Ideas</a:t>
            </a:r>
            <a:endParaRPr/>
          </a:p>
        </p:txBody>
      </p:sp>
      <p:sp>
        <p:nvSpPr>
          <p:cNvPr id="532" name="Google Shape;532;p56"/>
          <p:cNvSpPr txBox="1"/>
          <p:nvPr>
            <p:ph type="title"/>
          </p:nvPr>
        </p:nvSpPr>
        <p:spPr>
          <a:xfrm>
            <a:off x="3598725" y="1485850"/>
            <a:ext cx="3719400" cy="751500"/>
          </a:xfrm>
          <a:prstGeom prst="rect">
            <a:avLst/>
          </a:prstGeom>
        </p:spPr>
        <p:txBody>
          <a:bodyPr anchorCtr="0" anchor="t" bIns="0" lIns="0" spcFirstLastPara="1" rIns="0" wrap="square" tIns="0">
            <a:noAutofit/>
          </a:bodyPr>
          <a:lstStyle/>
          <a:p>
            <a:pPr indent="0" lvl="0" marL="0" rtl="0" algn="l">
              <a:lnSpc>
                <a:spcPct val="100000"/>
              </a:lnSpc>
              <a:spcBef>
                <a:spcPts val="1000"/>
              </a:spcBef>
              <a:spcAft>
                <a:spcPts val="0"/>
              </a:spcAft>
              <a:buSzPts val="2800"/>
              <a:buNone/>
            </a:pPr>
            <a:r>
              <a:rPr lang="en"/>
              <a:t>First we saw that the number of stocks can definitely be improved in terms of how many are chosen. There is no closure to this system as the alpha of the system can only be estimated.</a:t>
            </a:r>
            <a:endParaRPr/>
          </a:p>
          <a:p>
            <a:pPr indent="0" lvl="0" marL="0" rtl="0" algn="l">
              <a:spcBef>
                <a:spcPts val="1000"/>
              </a:spcBef>
              <a:spcAft>
                <a:spcPts val="1000"/>
              </a:spcAft>
              <a:buSzPts val="2800"/>
              <a:buNone/>
            </a:pPr>
            <a:r>
              <a:t/>
            </a:r>
            <a:endParaRPr/>
          </a:p>
        </p:txBody>
      </p:sp>
      <p:sp>
        <p:nvSpPr>
          <p:cNvPr id="533" name="Google Shape;533;p56"/>
          <p:cNvSpPr txBox="1"/>
          <p:nvPr>
            <p:ph idx="7" type="subTitle"/>
          </p:nvPr>
        </p:nvSpPr>
        <p:spPr>
          <a:xfrm>
            <a:off x="298300" y="522925"/>
            <a:ext cx="2373300" cy="40479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1500"/>
              <a:buNone/>
            </a:pPr>
            <a:r>
              <a:rPr lang="en" sz="2700"/>
              <a:t>Pipeline</a:t>
            </a:r>
            <a:endParaRPr sz="2700"/>
          </a:p>
          <a:p>
            <a:pPr indent="0" lvl="0" marL="0" rtl="0" algn="l">
              <a:lnSpc>
                <a:spcPct val="80000"/>
              </a:lnSpc>
              <a:spcBef>
                <a:spcPts val="0"/>
              </a:spcBef>
              <a:spcAft>
                <a:spcPts val="0"/>
              </a:spcAft>
              <a:buSzPts val="1500"/>
              <a:buNone/>
            </a:pPr>
            <a:r>
              <a:t/>
            </a:r>
            <a:endParaRPr sz="2700"/>
          </a:p>
          <a:p>
            <a:pPr indent="-330200" lvl="0" marL="457200" rtl="0" algn="l">
              <a:lnSpc>
                <a:spcPct val="80000"/>
              </a:lnSpc>
              <a:spcBef>
                <a:spcPts val="0"/>
              </a:spcBef>
              <a:spcAft>
                <a:spcPts val="0"/>
              </a:spcAft>
              <a:buSzPts val="1600"/>
              <a:buAutoNum type="arabicPeriod"/>
            </a:pPr>
            <a:r>
              <a:rPr lang="en" sz="1600"/>
              <a:t>Brute force selector optimization</a:t>
            </a:r>
            <a:endParaRPr sz="1600"/>
          </a:p>
          <a:p>
            <a:pPr indent="-330200" lvl="0" marL="457200" rtl="0" algn="l">
              <a:lnSpc>
                <a:spcPct val="80000"/>
              </a:lnSpc>
              <a:spcBef>
                <a:spcPts val="0"/>
              </a:spcBef>
              <a:spcAft>
                <a:spcPts val="0"/>
              </a:spcAft>
              <a:buSzPts val="1600"/>
              <a:buAutoNum type="arabicPeriod"/>
            </a:pPr>
            <a:r>
              <a:rPr lang="en" sz="1600"/>
              <a:t>Order blocking optimization</a:t>
            </a:r>
            <a:endParaRPr sz="1600"/>
          </a:p>
          <a:p>
            <a:pPr indent="-330200" lvl="0" marL="457200" rtl="0" algn="l">
              <a:lnSpc>
                <a:spcPct val="80000"/>
              </a:lnSpc>
              <a:spcBef>
                <a:spcPts val="0"/>
              </a:spcBef>
              <a:spcAft>
                <a:spcPts val="0"/>
              </a:spcAft>
              <a:buSzPts val="1600"/>
              <a:buAutoNum type="arabicPeriod"/>
            </a:pPr>
            <a:r>
              <a:rPr lang="en" sz="1600"/>
              <a:t>Quantum p</a:t>
            </a:r>
            <a:r>
              <a:rPr lang="en" sz="1600"/>
              <a:t>ortfolio</a:t>
            </a:r>
            <a:r>
              <a:rPr lang="en" sz="1600"/>
              <a:t> composition optimization</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7"/>
          <p:cNvSpPr txBox="1"/>
          <p:nvPr>
            <p:ph idx="1" type="body"/>
          </p:nvPr>
        </p:nvSpPr>
        <p:spPr>
          <a:xfrm>
            <a:off x="3721600" y="3126450"/>
            <a:ext cx="1384800" cy="162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9" name="Google Shape;539;p57"/>
          <p:cNvSpPr/>
          <p:nvPr>
            <p:ph idx="2" type="pic"/>
          </p:nvPr>
        </p:nvSpPr>
        <p:spPr>
          <a:xfrm>
            <a:off x="0" y="0"/>
            <a:ext cx="2546700" cy="3583200"/>
          </a:xfrm>
          <a:prstGeom prst="rect">
            <a:avLst/>
          </a:prstGeom>
        </p:spPr>
      </p:sp>
      <p:sp>
        <p:nvSpPr>
          <p:cNvPr id="540" name="Google Shape;540;p57"/>
          <p:cNvSpPr txBox="1"/>
          <p:nvPr>
            <p:ph idx="4" type="body"/>
          </p:nvPr>
        </p:nvSpPr>
        <p:spPr>
          <a:xfrm>
            <a:off x="5511500" y="3126450"/>
            <a:ext cx="1384800" cy="162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1" name="Google Shape;541;p57"/>
          <p:cNvSpPr txBox="1"/>
          <p:nvPr>
            <p:ph idx="5" type="body"/>
          </p:nvPr>
        </p:nvSpPr>
        <p:spPr>
          <a:xfrm>
            <a:off x="7293076" y="3126450"/>
            <a:ext cx="1461000" cy="162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2" name="Google Shape;542;p57"/>
          <p:cNvSpPr txBox="1"/>
          <p:nvPr>
            <p:ph type="title"/>
          </p:nvPr>
        </p:nvSpPr>
        <p:spPr>
          <a:xfrm>
            <a:off x="3600450" y="1127513"/>
            <a:ext cx="4801500" cy="751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From this paper, quantum methods are currently not outperforming classical methods. All instances can be solved to proven optimally by mixed integer programming. The heuristics used consistently outperform the quantum ones. </a:t>
            </a:r>
            <a:endParaRPr/>
          </a:p>
          <a:p>
            <a:pPr indent="0" lvl="0" marL="0" rtl="0" algn="l">
              <a:spcBef>
                <a:spcPts val="0"/>
              </a:spcBef>
              <a:spcAft>
                <a:spcPts val="0"/>
              </a:spcAft>
              <a:buNone/>
            </a:pPr>
            <a:r>
              <a:rPr lang="en"/>
              <a:t>“Our main conclusion is that classical heuristics like simulated annealing, steepest descent, tabu search and a problem-specific heuristic clearly outperform QAOA and quantum annealing regarding solution feasibility and quality.”</a:t>
            </a:r>
            <a:endParaRPr/>
          </a:p>
        </p:txBody>
      </p:sp>
      <p:sp>
        <p:nvSpPr>
          <p:cNvPr id="543" name="Google Shape;543;p57"/>
          <p:cNvSpPr txBox="1"/>
          <p:nvPr>
            <p:ph idx="6" type="subTitle"/>
          </p:nvPr>
        </p:nvSpPr>
        <p:spPr>
          <a:xfrm>
            <a:off x="3784650" y="3262400"/>
            <a:ext cx="1574700" cy="24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Gurobi is 1000x faster than SCIP for problems with around 1000 assets</a:t>
            </a:r>
            <a:endParaRPr/>
          </a:p>
        </p:txBody>
      </p:sp>
      <p:sp>
        <p:nvSpPr>
          <p:cNvPr id="544" name="Google Shape;544;p57"/>
          <p:cNvSpPr txBox="1"/>
          <p:nvPr>
            <p:ph idx="7" type="subTitle"/>
          </p:nvPr>
        </p:nvSpPr>
        <p:spPr>
          <a:xfrm>
            <a:off x="5511500" y="3611725"/>
            <a:ext cx="1574700" cy="24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Quantum annealing very slightly outperformed QAOA, but the results are very nuanced</a:t>
            </a:r>
            <a:endParaRPr/>
          </a:p>
        </p:txBody>
      </p:sp>
      <p:sp>
        <p:nvSpPr>
          <p:cNvPr id="545" name="Google Shape;545;p57"/>
          <p:cNvSpPr txBox="1"/>
          <p:nvPr>
            <p:ph idx="8" type="subTitle"/>
          </p:nvPr>
        </p:nvSpPr>
        <p:spPr>
          <a:xfrm>
            <a:off x="7301401" y="3476724"/>
            <a:ext cx="1598400" cy="24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MinVola is the most promising variant for a potential quantum speedup.</a:t>
            </a:r>
            <a:endParaRPr/>
          </a:p>
        </p:txBody>
      </p:sp>
      <p:sp>
        <p:nvSpPr>
          <p:cNvPr id="546" name="Google Shape;546;p57"/>
          <p:cNvSpPr txBox="1"/>
          <p:nvPr>
            <p:ph idx="9" type="title"/>
          </p:nvPr>
        </p:nvSpPr>
        <p:spPr>
          <a:xfrm>
            <a:off x="3596525" y="522925"/>
            <a:ext cx="5295000" cy="83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Paper Summary</a:t>
            </a:r>
            <a:endParaRPr/>
          </a:p>
        </p:txBody>
      </p:sp>
      <p:pic>
        <p:nvPicPr>
          <p:cNvPr id="547" name="Google Shape;547;p57" title="Screenshot 2026-03-02 at 2.20.09 AM.png"/>
          <p:cNvPicPr preferRelativeResize="0"/>
          <p:nvPr/>
        </p:nvPicPr>
        <p:blipFill>
          <a:blip r:embed="rId3">
            <a:alphaModFix/>
          </a:blip>
          <a:stretch>
            <a:fillRect/>
          </a:stretch>
        </p:blipFill>
        <p:spPr>
          <a:xfrm>
            <a:off x="38275" y="1321875"/>
            <a:ext cx="3333600" cy="2355750"/>
          </a:xfrm>
          <a:prstGeom prst="rect">
            <a:avLst/>
          </a:prstGeom>
          <a:noFill/>
          <a:ln>
            <a:noFill/>
          </a:ln>
        </p:spPr>
      </p:pic>
      <p:sp>
        <p:nvSpPr>
          <p:cNvPr id="548" name="Google Shape;548;p57"/>
          <p:cNvSpPr txBox="1"/>
          <p:nvPr/>
        </p:nvSpPr>
        <p:spPr>
          <a:xfrm>
            <a:off x="38275" y="4706450"/>
            <a:ext cx="3278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FFFF"/>
                </a:solidFill>
              </a:rPr>
              <a:t>Access at: </a:t>
            </a:r>
            <a:r>
              <a:rPr lang="en" sz="1000">
                <a:solidFill>
                  <a:srgbClr val="FFFFFF"/>
                </a:solidFill>
              </a:rPr>
              <a:t>https://arxiv.org/pdf/2509.17876</a:t>
            </a:r>
            <a:endParaRPr sz="8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434343"/>
      </a:lt1>
      <a:dk2>
        <a:srgbClr val="B7B7B7"/>
      </a:dk2>
      <a:lt2>
        <a:srgbClr val="E7E7E7"/>
      </a:lt2>
      <a:accent1>
        <a:srgbClr val="007E6C"/>
      </a:accent1>
      <a:accent2>
        <a:srgbClr val="00E58E"/>
      </a:accent2>
      <a:accent3>
        <a:srgbClr val="CF94B4"/>
      </a:accent3>
      <a:accent4>
        <a:srgbClr val="F6B5D3"/>
      </a:accent4>
      <a:accent5>
        <a:srgbClr val="FFF269"/>
      </a:accent5>
      <a:accent6>
        <a:srgbClr val="F8ED8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