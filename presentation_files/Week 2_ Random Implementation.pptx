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b3c56f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1b3c56f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b3c56f2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b3c56f2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1b3c56f2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1b3c56f2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1b3c56f2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1b3c56f2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1b6d74c2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1b6d74c2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1b6d74c2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1b6d74c2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1b3c56f2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1b3c56f2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1b3c56f26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1b3c56f26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1b3c56f2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1b3c56f2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1e62aca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1e62aca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2: Random Implementation	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Bose and Dao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		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Identify correlation between portfolio composition, selection of stocks and the number of stocks with returns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Find most profitable strategy with random parameters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Selection metric comparison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Identify random benchmarks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Streamline backtesting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Initial Budget: $10,000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Strategies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Buy and hold (benchmark)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Random number of stocks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Random stock selection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Random portfolio composition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Random dollar cost averaging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Metrics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Complete random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Long-term investing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Returns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700" y="1969400"/>
            <a:ext cx="6059301" cy="30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Returns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625" y="1920075"/>
            <a:ext cx="6326651" cy="31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Returns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787825"/>
            <a:ext cx="6457726" cy="32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 correlation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380" y="721850"/>
            <a:ext cx="4818620" cy="442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High correlation between strategies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More thorough controls may be required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Continuous analogs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ranking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Market return =  .005480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Random number = .000116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Metric mixed = .000079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Random selection = .000058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Random composition = .000038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750" y="1318650"/>
            <a:ext cx="5188874" cy="32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Notes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strategy causal analysis (independence?)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Quantum portfolio composition (should we stick with composition?)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Future approach to work and presentation (how should we test things independently?)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 card access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Fix the quantity. N = 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can’t buy 10, then don’t buy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EPS, dividend, PE and we want to see which metric is the most informative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After we find the most important metric, then randomize the quantity of stocks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Find survey of portfolio optimization to read. Then we can find newer methods later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Bandit methods(a form of reinforcement learning)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Recommendation paper that Biplav will send. Papers at the intersection of learning and search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Only really consider papers that we can </a:t>
            </a:r>
            <a:r>
              <a:rPr lang="en"/>
              <a:t>replicate </a:t>
            </a:r>
            <a:r>
              <a:rPr lang="en"/>
              <a:t> and implement ourselves.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Update all of the lines. Add punchlines and also make the baseline in black and dotted lines.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